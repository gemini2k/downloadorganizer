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29.png" ContentType="image/png"/>
  <Override PartName="/ppt/media/image28.png" ContentType="image/png"/>
  <Override PartName="/ppt/media/image27.png" ContentType="image/png"/>
  <Override PartName="/ppt/media/image26.png" ContentType="image/png"/>
  <Override PartName="/ppt/media/image25.png" ContentType="image/png"/>
  <Override PartName="/ppt/media/image24.png" ContentType="image/png"/>
  <Override PartName="/ppt/media/image17.png" ContentType="image/png"/>
  <Override PartName="/ppt/media/image8.png" ContentType="image/png"/>
  <Override PartName="/ppt/media/image12.png" ContentType="image/png"/>
  <Override PartName="/ppt/media/image35.png" ContentType="image/png"/>
  <Override PartName="/ppt/media/image3.png" ContentType="image/png"/>
  <Override PartName="/ppt/media/image18.png" ContentType="image/png"/>
  <Override PartName="/ppt/media/image9.png" ContentType="image/png"/>
  <Override PartName="/ppt/media/image20.png" ContentType="image/png"/>
  <Override PartName="/ppt/media/image13.png" ContentType="image/png"/>
  <Override PartName="/ppt/media/image4.png" ContentType="image/png"/>
  <Override PartName="/ppt/media/image30.png" ContentType="image/png"/>
  <Override PartName="/ppt/media/image31.png" ContentType="image/png"/>
  <Override PartName="/ppt/media/image32.png" ContentType="image/png"/>
  <Override PartName="/ppt/media/image11.png" ContentType="image/png"/>
  <Override PartName="/ppt/media/image2.png" ContentType="image/png"/>
  <Override PartName="/ppt/media/image34.png" ContentType="image/png"/>
  <Override PartName="/ppt/media/image7.png" ContentType="image/png"/>
  <Override PartName="/ppt/media/image16.png" ContentType="image/png"/>
  <Override PartName="/ppt/media/image10.png" ContentType="image/png"/>
  <Override PartName="/ppt/media/image1.png" ContentType="image/png"/>
  <Override PartName="/ppt/media/image33.png" ContentType="image/png"/>
  <Override PartName="/ppt/media/image6.png" ContentType="image/png"/>
  <Override PartName="/ppt/media/image15.png" ContentType="image/png"/>
  <Override PartName="/ppt/media/image5.png" ContentType="image/png"/>
  <Override PartName="/ppt/media/image14.png" ContentType="image/png"/>
  <Override PartName="/ppt/media/image19.png" ContentType="image/png"/>
  <Override PartName="/ppt/media/image21.png" ContentType="image/png"/>
  <Override PartName="/ppt/media/image22.png" ContentType="image/png"/>
  <Override PartName="/ppt/media/image23.png" ContentType="image/png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notesSlides/_rels/notesSlide13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7118F48D-0773-4A91-BD1A-BF6C5BFFCE60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2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AC194B5-08B6-4C38-8B69-6B9DB4E9987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5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678E739-8BBB-4174-8C2B-4FD85332E95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8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05E5214-8FE8-4546-92E3-300E5812FE8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1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F37A74A-E7EA-42D9-84E1-161B35DF811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4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EE8D7E-F327-4205-9AD9-42864ED5C8E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7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3A9AE93-404D-4335-9B79-C4492E84DD7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0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572206E-45B4-42EB-A050-95E87C26AE7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3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22DCCDE-84F2-4BC8-A846-8E413DBDC37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6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F9E8CBD-5A74-471E-8A1D-A535342B448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9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3DB0919-B0A1-4043-870A-79155A72AB2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2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2F4E5D2-9272-4DDD-B716-4090685D324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5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FA72731-EAA3-4A5C-B756-0A90D28A6F1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8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E028A5E-4AA5-4486-BB45-C7077E3F7FD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Relationship Id="rId10" Type="http://schemas.openxmlformats.org/officeDocument/2006/relationships/image" Target="../media/image14.png"/><Relationship Id="rId11" Type="http://schemas.openxmlformats.org/officeDocument/2006/relationships/image" Target="../media/image1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8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14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image" Target="../media/image24.png"/><Relationship Id="rId3" Type="http://schemas.openxmlformats.org/officeDocument/2006/relationships/image" Target="../media/image26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12188520" cy="109440"/>
          </a:xfrm>
          <a:prstGeom prst="rect">
            <a:avLst/>
          </a:prstGeom>
          <a:solidFill>
            <a:srgbClr val="0e203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8249760" y="1483200"/>
            <a:ext cx="261000" cy="261000"/>
          </a:xfrm>
          <a:prstGeom prst="ellipse">
            <a:avLst/>
          </a:prstGeom>
          <a:solidFill>
            <a:srgbClr val="f4883c">
              <a:alpha val="2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8321040" y="1554480"/>
            <a:ext cx="118440" cy="118440"/>
          </a:xfrm>
          <a:prstGeom prst="ellipse">
            <a:avLst/>
          </a:prstGeom>
          <a:solidFill>
            <a:srgbClr val="f488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8880" bIns="3888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Shape 3"/>
          <p:cNvSpPr/>
          <p:nvPr/>
        </p:nvSpPr>
        <p:spPr>
          <a:xfrm>
            <a:off x="10095120" y="1636920"/>
            <a:ext cx="200880" cy="200880"/>
          </a:xfrm>
          <a:prstGeom prst="ellipse">
            <a:avLst/>
          </a:prstGeom>
          <a:solidFill>
            <a:srgbClr val="2dd4bf">
              <a:alpha val="2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Shape 4"/>
          <p:cNvSpPr/>
          <p:nvPr/>
        </p:nvSpPr>
        <p:spPr>
          <a:xfrm>
            <a:off x="10149840" y="1691640"/>
            <a:ext cx="91080" cy="91080"/>
          </a:xfrm>
          <a:prstGeom prst="ellipse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Shape 5"/>
          <p:cNvSpPr/>
          <p:nvPr/>
        </p:nvSpPr>
        <p:spPr>
          <a:xfrm>
            <a:off x="8955720" y="2143440"/>
            <a:ext cx="522720" cy="522720"/>
          </a:xfrm>
          <a:prstGeom prst="ellipse">
            <a:avLst/>
          </a:prstGeom>
          <a:solidFill>
            <a:srgbClr val="5eead4">
              <a:alpha val="2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Shape 6"/>
          <p:cNvSpPr/>
          <p:nvPr/>
        </p:nvSpPr>
        <p:spPr>
          <a:xfrm>
            <a:off x="9098280" y="2286000"/>
            <a:ext cx="237240" cy="237240"/>
          </a:xfrm>
          <a:prstGeom prst="ellipse">
            <a:avLst/>
          </a:prstGeom>
          <a:solidFill>
            <a:srgbClr val="5eea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Shape 7"/>
          <p:cNvSpPr/>
          <p:nvPr/>
        </p:nvSpPr>
        <p:spPr>
          <a:xfrm>
            <a:off x="10872360" y="2734200"/>
            <a:ext cx="200880" cy="200880"/>
          </a:xfrm>
          <a:prstGeom prst="ellipse">
            <a:avLst/>
          </a:prstGeom>
          <a:solidFill>
            <a:srgbClr val="a78bfa">
              <a:alpha val="2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Shape 8"/>
          <p:cNvSpPr/>
          <p:nvPr/>
        </p:nvSpPr>
        <p:spPr>
          <a:xfrm>
            <a:off x="10927080" y="2788920"/>
            <a:ext cx="91080" cy="9108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Shape 9"/>
          <p:cNvSpPr/>
          <p:nvPr/>
        </p:nvSpPr>
        <p:spPr>
          <a:xfrm>
            <a:off x="9741960" y="3021120"/>
            <a:ext cx="321480" cy="321480"/>
          </a:xfrm>
          <a:prstGeom prst="ellipse">
            <a:avLst/>
          </a:prstGeom>
          <a:solidFill>
            <a:srgbClr val="f4883c">
              <a:alpha val="2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Shape 10"/>
          <p:cNvSpPr/>
          <p:nvPr/>
        </p:nvSpPr>
        <p:spPr>
          <a:xfrm>
            <a:off x="9829800" y="3108960"/>
            <a:ext cx="145800" cy="145800"/>
          </a:xfrm>
          <a:prstGeom prst="ellipse">
            <a:avLst/>
          </a:prstGeom>
          <a:solidFill>
            <a:srgbClr val="f488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Shape 11"/>
          <p:cNvSpPr/>
          <p:nvPr/>
        </p:nvSpPr>
        <p:spPr>
          <a:xfrm>
            <a:off x="8478360" y="3769200"/>
            <a:ext cx="261000" cy="261000"/>
          </a:xfrm>
          <a:prstGeom prst="ellipse">
            <a:avLst/>
          </a:prstGeom>
          <a:solidFill>
            <a:srgbClr val="5b9bf0">
              <a:alpha val="2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Shape 12"/>
          <p:cNvSpPr/>
          <p:nvPr/>
        </p:nvSpPr>
        <p:spPr>
          <a:xfrm>
            <a:off x="8549640" y="3840480"/>
            <a:ext cx="118440" cy="118440"/>
          </a:xfrm>
          <a:prstGeom prst="ellipse">
            <a:avLst/>
          </a:prstGeom>
          <a:solidFill>
            <a:srgbClr val="5b9b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8880" bIns="388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Shape 13"/>
          <p:cNvSpPr/>
          <p:nvPr/>
        </p:nvSpPr>
        <p:spPr>
          <a:xfrm>
            <a:off x="10222920" y="4005000"/>
            <a:ext cx="402120" cy="402120"/>
          </a:xfrm>
          <a:prstGeom prst="ellipse">
            <a:avLst/>
          </a:prstGeom>
          <a:solidFill>
            <a:srgbClr val="f4883c">
              <a:alpha val="2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Shape 14"/>
          <p:cNvSpPr/>
          <p:nvPr/>
        </p:nvSpPr>
        <p:spPr>
          <a:xfrm>
            <a:off x="10332720" y="4114800"/>
            <a:ext cx="182520" cy="182520"/>
          </a:xfrm>
          <a:prstGeom prst="ellipse">
            <a:avLst/>
          </a:prstGeom>
          <a:solidFill>
            <a:srgbClr val="f488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Shape 15"/>
          <p:cNvSpPr/>
          <p:nvPr/>
        </p:nvSpPr>
        <p:spPr>
          <a:xfrm>
            <a:off x="8375760" y="1609200"/>
            <a:ext cx="822960" cy="713160"/>
          </a:xfrm>
          <a:prstGeom prst="line">
            <a:avLst/>
          </a:prstGeom>
          <a:ln w="9525">
            <a:solidFill>
              <a:srgbClr val="1c324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Shape 16"/>
          <p:cNvSpPr/>
          <p:nvPr/>
        </p:nvSpPr>
        <p:spPr>
          <a:xfrm>
            <a:off x="9217080" y="2404800"/>
            <a:ext cx="658440" cy="758880"/>
          </a:xfrm>
          <a:prstGeom prst="line">
            <a:avLst/>
          </a:prstGeom>
          <a:ln w="9525">
            <a:solidFill>
              <a:srgbClr val="1c324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Shape 17"/>
          <p:cNvSpPr/>
          <p:nvPr/>
        </p:nvSpPr>
        <p:spPr>
          <a:xfrm>
            <a:off x="9217080" y="2404800"/>
            <a:ext cx="1783080" cy="420480"/>
          </a:xfrm>
          <a:prstGeom prst="line">
            <a:avLst/>
          </a:prstGeom>
          <a:ln w="9525">
            <a:solidFill>
              <a:srgbClr val="1c324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Text 18"/>
          <p:cNvSpPr/>
          <p:nvPr/>
        </p:nvSpPr>
        <p:spPr>
          <a:xfrm>
            <a:off x="868680" y="56700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99" strike="noStrike">
                <a:solidFill>
                  <a:srgbClr val="2dd4bf"/>
                </a:solidFill>
                <a:latin typeface="Noto Sans KR"/>
                <a:ea typeface="Noto Sans KR"/>
              </a:rPr>
              <a:t>—— </a:t>
            </a:r>
            <a:r>
              <a:rPr b="1" lang="en-US" sz="1200" spc="299" strike="noStrike">
                <a:solidFill>
                  <a:srgbClr val="2dd4bf"/>
                </a:solidFill>
                <a:latin typeface="Noto Sans KR"/>
                <a:ea typeface="Noto Sans KR"/>
              </a:rPr>
              <a:t>SAFE FILE AUTOMATION SYSTEM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Text 19"/>
          <p:cNvSpPr/>
          <p:nvPr/>
        </p:nvSpPr>
        <p:spPr>
          <a:xfrm>
            <a:off x="822960" y="196596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800" spc="-1" strike="noStrike">
                <a:solidFill>
                  <a:srgbClr val="93a3ba"/>
                </a:solidFill>
                <a:latin typeface="Noto Sans KR"/>
                <a:ea typeface="Noto Sans KR"/>
              </a:rPr>
              <a:t>안전 원칙 기반 다운로드 폴더 자동 정리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Text 20"/>
          <p:cNvSpPr/>
          <p:nvPr/>
        </p:nvSpPr>
        <p:spPr>
          <a:xfrm>
            <a:off x="786240" y="2468880"/>
            <a:ext cx="896076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b="1" lang="zh-CN" sz="5200" spc="-1" strike="noStrike">
                <a:solidFill>
                  <a:srgbClr val="e6edf6"/>
                </a:solidFill>
                <a:latin typeface="Noto Sans KR"/>
                <a:ea typeface="Noto Sans KR"/>
              </a:rPr>
              <a:t>다운로드 폴더 정리</a:t>
            </a:r>
            <a:endParaRPr b="0" lang="en-US" sz="5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b="1" lang="zh-CN" sz="5200" spc="-1" strike="noStrike">
                <a:solidFill>
                  <a:srgbClr val="5eead4"/>
                </a:solidFill>
                <a:latin typeface="Noto Sans KR"/>
                <a:ea typeface="Noto Sans KR"/>
              </a:rPr>
              <a:t>자동화 시스템</a:t>
            </a:r>
            <a:endParaRPr b="0" lang="en-US" sz="5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Shape 21"/>
          <p:cNvSpPr/>
          <p:nvPr/>
        </p:nvSpPr>
        <p:spPr>
          <a:xfrm>
            <a:off x="868680" y="4572000"/>
            <a:ext cx="777240" cy="360"/>
          </a:xfrm>
          <a:prstGeom prst="line">
            <a:avLst/>
          </a:prstGeom>
          <a:ln w="31750">
            <a:solidFill>
              <a:srgbClr val="f488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Text 22"/>
          <p:cNvSpPr/>
          <p:nvPr/>
        </p:nvSpPr>
        <p:spPr>
          <a:xfrm>
            <a:off x="822960" y="4800600"/>
            <a:ext cx="10058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600" spc="-1" strike="noStrike">
                <a:solidFill>
                  <a:srgbClr val="b9c6d8"/>
                </a:solidFill>
                <a:latin typeface="Noto Sans KR"/>
                <a:ea typeface="Noto Sans KR"/>
              </a:rPr>
              <a:t>유형별 분류 </a:t>
            </a:r>
            <a:r>
              <a:rPr b="0" lang="en-US" sz="1600" spc="-1" strike="noStrike">
                <a:solidFill>
                  <a:srgbClr val="b9c6d8"/>
                </a:solidFill>
                <a:latin typeface="Noto Sans KR"/>
                <a:ea typeface="Noto Sans KR"/>
              </a:rPr>
              <a:t>· </a:t>
            </a:r>
            <a:r>
              <a:rPr b="0" lang="zh-CN" sz="1600" spc="-1" strike="noStrike">
                <a:solidFill>
                  <a:srgbClr val="b9c6d8"/>
                </a:solidFill>
                <a:latin typeface="Noto Sans KR"/>
                <a:ea typeface="Noto Sans KR"/>
              </a:rPr>
              <a:t>중복</a:t>
            </a:r>
            <a:r>
              <a:rPr b="0" lang="en-US" sz="1600" spc="-1" strike="noStrike">
                <a:solidFill>
                  <a:srgbClr val="b9c6d8"/>
                </a:solidFill>
                <a:latin typeface="Noto Sans KR"/>
                <a:ea typeface="Noto Sans KR"/>
              </a:rPr>
              <a:t>/</a:t>
            </a:r>
            <a:r>
              <a:rPr b="0" lang="zh-CN" sz="1600" spc="-1" strike="noStrike">
                <a:solidFill>
                  <a:srgbClr val="b9c6d8"/>
                </a:solidFill>
                <a:latin typeface="Noto Sans KR"/>
                <a:ea typeface="Noto Sans KR"/>
              </a:rPr>
              <a:t>오래된 파일 탐지 </a:t>
            </a:r>
            <a:r>
              <a:rPr b="0" lang="en-US" sz="1600" spc="-1" strike="noStrike">
                <a:solidFill>
                  <a:srgbClr val="b9c6d8"/>
                </a:solidFill>
                <a:latin typeface="Noto Sans KR"/>
                <a:ea typeface="Noto Sans KR"/>
              </a:rPr>
              <a:t>· </a:t>
            </a:r>
            <a:r>
              <a:rPr b="0" lang="zh-CN" sz="1600" spc="-1" strike="noStrike">
                <a:solidFill>
                  <a:srgbClr val="b9c6d8"/>
                </a:solidFill>
                <a:latin typeface="Noto Sans KR"/>
                <a:ea typeface="Noto Sans KR"/>
              </a:rPr>
              <a:t>북마크 분석 — 삭제 없이 안전하게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Shape 23"/>
          <p:cNvSpPr/>
          <p:nvPr/>
        </p:nvSpPr>
        <p:spPr>
          <a:xfrm>
            <a:off x="822960" y="5669280"/>
            <a:ext cx="10515600" cy="360"/>
          </a:xfrm>
          <a:prstGeom prst="line">
            <a:avLst/>
          </a:prstGeom>
          <a:ln w="12700">
            <a:solidFill>
              <a:srgbClr val="1f34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Text 24"/>
          <p:cNvSpPr/>
          <p:nvPr/>
        </p:nvSpPr>
        <p:spPr>
          <a:xfrm>
            <a:off x="822960" y="5870520"/>
            <a:ext cx="2559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299" strike="noStrike">
                <a:solidFill>
                  <a:srgbClr val="6e83a2"/>
                </a:solidFill>
                <a:latin typeface="Noto Sans KR"/>
                <a:ea typeface="Noto Sans KR"/>
              </a:rPr>
              <a:t>PROJECT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Text 25"/>
          <p:cNvSpPr/>
          <p:nvPr/>
        </p:nvSpPr>
        <p:spPr>
          <a:xfrm>
            <a:off x="822960" y="6126480"/>
            <a:ext cx="2605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6edf6"/>
                </a:solidFill>
                <a:latin typeface="Noto Sans KR"/>
                <a:ea typeface="Noto Sans KR"/>
              </a:rPr>
              <a:t>DownloadOrganizer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Text 26"/>
          <p:cNvSpPr/>
          <p:nvPr/>
        </p:nvSpPr>
        <p:spPr>
          <a:xfrm>
            <a:off x="3493080" y="5870520"/>
            <a:ext cx="2559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299" strike="noStrike">
                <a:solidFill>
                  <a:srgbClr val="6e83a2"/>
                </a:solidFill>
                <a:latin typeface="Noto Sans KR"/>
                <a:ea typeface="Noto Sans KR"/>
              </a:rPr>
              <a:t>INTERFACE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Text 27"/>
          <p:cNvSpPr/>
          <p:nvPr/>
        </p:nvSpPr>
        <p:spPr>
          <a:xfrm>
            <a:off x="3493080" y="6126480"/>
            <a:ext cx="2605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6edf6"/>
                </a:solidFill>
                <a:latin typeface="Noto Sans KR"/>
                <a:ea typeface="Noto Sans KR"/>
              </a:rPr>
              <a:t>CLI · Web · EXE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Text 28"/>
          <p:cNvSpPr/>
          <p:nvPr/>
        </p:nvSpPr>
        <p:spPr>
          <a:xfrm>
            <a:off x="6163200" y="5870520"/>
            <a:ext cx="2559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299" strike="noStrike">
                <a:solidFill>
                  <a:srgbClr val="6e83a2"/>
                </a:solidFill>
                <a:latin typeface="Noto Sans KR"/>
                <a:ea typeface="Noto Sans KR"/>
              </a:rPr>
              <a:t>STACK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Text 29"/>
          <p:cNvSpPr/>
          <p:nvPr/>
        </p:nvSpPr>
        <p:spPr>
          <a:xfrm>
            <a:off x="6163200" y="6126480"/>
            <a:ext cx="2605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6edf6"/>
                </a:solidFill>
                <a:latin typeface="Noto Sans KR"/>
                <a:ea typeface="Noto Sans KR"/>
              </a:rPr>
              <a:t>Python · Streamlit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Text 30"/>
          <p:cNvSpPr/>
          <p:nvPr/>
        </p:nvSpPr>
        <p:spPr>
          <a:xfrm>
            <a:off x="8832960" y="5870520"/>
            <a:ext cx="2559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299" strike="noStrike">
                <a:solidFill>
                  <a:srgbClr val="6e83a2"/>
                </a:solidFill>
                <a:latin typeface="Noto Sans KR"/>
                <a:ea typeface="Noto Sans KR"/>
              </a:rPr>
              <a:t>VERSION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Text 31"/>
          <p:cNvSpPr/>
          <p:nvPr/>
        </p:nvSpPr>
        <p:spPr>
          <a:xfrm>
            <a:off x="8832960" y="6126480"/>
            <a:ext cx="2605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6edf6"/>
                </a:solidFill>
                <a:latin typeface="Noto Sans KR"/>
                <a:ea typeface="Noto Sans KR"/>
              </a:rPr>
              <a:t>v0.7.0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0"/>
          <p:cNvSpPr/>
          <p:nvPr/>
        </p:nvSpPr>
        <p:spPr>
          <a:xfrm>
            <a:off x="502920" y="475560"/>
            <a:ext cx="63720" cy="237240"/>
          </a:xfrm>
          <a:prstGeom prst="rect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Text 1"/>
          <p:cNvSpPr/>
          <p:nvPr/>
        </p:nvSpPr>
        <p:spPr>
          <a:xfrm>
            <a:off x="685800" y="4572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99" strike="noStrike">
                <a:solidFill>
                  <a:srgbClr val="2dd4bf"/>
                </a:solidFill>
                <a:latin typeface="Noto Sans KR"/>
                <a:ea typeface="Noto Sans KR"/>
              </a:rPr>
              <a:t>01  ·  OVERVIEW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Text 2"/>
          <p:cNvSpPr/>
          <p:nvPr/>
        </p:nvSpPr>
        <p:spPr>
          <a:xfrm>
            <a:off x="475560" y="786240"/>
            <a:ext cx="109724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4000" spc="-1" strike="noStrike">
                <a:solidFill>
                  <a:srgbClr val="e6edf6"/>
                </a:solidFill>
                <a:latin typeface="Noto Sans KR"/>
                <a:ea typeface="Noto Sans KR"/>
              </a:rPr>
              <a:t>개요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Text 3"/>
          <p:cNvSpPr/>
          <p:nvPr/>
        </p:nvSpPr>
        <p:spPr>
          <a:xfrm>
            <a:off x="502920" y="1664280"/>
            <a:ext cx="11155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450" spc="-1" strike="noStrike">
                <a:solidFill>
                  <a:srgbClr val="93a3ba"/>
                </a:solidFill>
                <a:latin typeface="Noto Sans KR"/>
                <a:ea typeface="Noto Sans KR"/>
              </a:rPr>
              <a:t>쌓이기만 하는 다운로드 폴더 — 수동 정리는 느리고</a:t>
            </a:r>
            <a:r>
              <a:rPr b="0" lang="en-US" sz="1450" spc="-1" strike="noStrike">
                <a:solidFill>
                  <a:srgbClr val="93a3ba"/>
                </a:solidFill>
                <a:latin typeface="Noto Sans KR"/>
                <a:ea typeface="Noto Sans KR"/>
              </a:rPr>
              <a:t>, </a:t>
            </a:r>
            <a:r>
              <a:rPr b="0" lang="zh-CN" sz="1450" spc="-1" strike="noStrike">
                <a:solidFill>
                  <a:srgbClr val="93a3ba"/>
                </a:solidFill>
                <a:latin typeface="Noto Sans KR"/>
                <a:ea typeface="Noto Sans KR"/>
              </a:rPr>
              <a:t>잘못 지우면 되돌리기 어렵다</a:t>
            </a: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Text 4"/>
          <p:cNvSpPr/>
          <p:nvPr/>
        </p:nvSpPr>
        <p:spPr>
          <a:xfrm>
            <a:off x="10881360" y="384120"/>
            <a:ext cx="1005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7" strike="noStrike">
                <a:solidFill>
                  <a:srgbClr val="93a3ba"/>
                </a:solidFill>
                <a:latin typeface="Noto Sans KR"/>
                <a:ea typeface="Noto Sans KR"/>
              </a:rPr>
              <a:t>02</a:t>
            </a:r>
            <a:r>
              <a:rPr b="0" lang="en-US" sz="1100" spc="97" strike="noStrike">
                <a:solidFill>
                  <a:srgbClr val="566983"/>
                </a:solidFill>
                <a:latin typeface="Noto Sans KR"/>
                <a:ea typeface="Noto Sans KR"/>
              </a:rPr>
              <a:t>  / 13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Text 5"/>
          <p:cNvSpPr/>
          <p:nvPr/>
        </p:nvSpPr>
        <p:spPr>
          <a:xfrm>
            <a:off x="502920" y="641916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248" strike="noStrike">
                <a:solidFill>
                  <a:srgbClr val="33455e"/>
                </a:solidFill>
                <a:latin typeface="Noto Sans KR"/>
                <a:ea typeface="Noto Sans KR"/>
              </a:rPr>
              <a:t>DOWNLOADORGANIZER  ·  SAFE-BY-DESIGN FILE AUTOMATION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Shape 6"/>
          <p:cNvSpPr/>
          <p:nvPr/>
        </p:nvSpPr>
        <p:spPr>
          <a:xfrm>
            <a:off x="502920" y="2286000"/>
            <a:ext cx="5074560" cy="3702960"/>
          </a:xfrm>
          <a:prstGeom prst="rect">
            <a:avLst/>
          </a:prstGeom>
          <a:solidFill>
            <a:srgbClr val="111f33"/>
          </a:solidFill>
          <a:ln w="15875">
            <a:solidFill>
              <a:srgbClr val="3a2a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Text 7"/>
          <p:cNvSpPr/>
          <p:nvPr/>
        </p:nvSpPr>
        <p:spPr>
          <a:xfrm>
            <a:off x="868680" y="254196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299" strike="noStrike">
                <a:solidFill>
                  <a:srgbClr val="ee6b6b"/>
                </a:solidFill>
                <a:latin typeface="Noto Sans KR"/>
                <a:ea typeface="Noto Sans KR"/>
              </a:rPr>
              <a:t>AS-IS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Text 8"/>
          <p:cNvSpPr/>
          <p:nvPr/>
        </p:nvSpPr>
        <p:spPr>
          <a:xfrm>
            <a:off x="850320" y="2788920"/>
            <a:ext cx="44344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2400" spc="-1" strike="noStrike">
                <a:solidFill>
                  <a:srgbClr val="e6edf6"/>
                </a:solidFill>
                <a:latin typeface="Noto Sans KR"/>
                <a:ea typeface="Noto Sans KR"/>
              </a:rPr>
              <a:t>기존 정리 방식의 한계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Shape 9"/>
          <p:cNvSpPr/>
          <p:nvPr/>
        </p:nvSpPr>
        <p:spPr>
          <a:xfrm>
            <a:off x="886680" y="3346560"/>
            <a:ext cx="502920" cy="360"/>
          </a:xfrm>
          <a:prstGeom prst="line">
            <a:avLst/>
          </a:prstGeom>
          <a:ln w="25400">
            <a:solidFill>
              <a:srgbClr val="ee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Shape 10"/>
          <p:cNvSpPr/>
          <p:nvPr/>
        </p:nvSpPr>
        <p:spPr>
          <a:xfrm>
            <a:off x="868680" y="3584520"/>
            <a:ext cx="237240" cy="237240"/>
          </a:xfrm>
          <a:prstGeom prst="rect">
            <a:avLst/>
          </a:prstGeom>
          <a:solidFill>
            <a:srgbClr val="5a233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Text 11"/>
          <p:cNvSpPr/>
          <p:nvPr/>
        </p:nvSpPr>
        <p:spPr>
          <a:xfrm>
            <a:off x="868680" y="3584520"/>
            <a:ext cx="2372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ffd9d9"/>
                </a:solidFill>
                <a:latin typeface="Noto Sans KR"/>
                <a:ea typeface="Noto Sans KR"/>
              </a:rPr>
              <a:t>01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Text 12"/>
          <p:cNvSpPr/>
          <p:nvPr/>
        </p:nvSpPr>
        <p:spPr>
          <a:xfrm>
            <a:off x="1234440" y="3520440"/>
            <a:ext cx="4023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450" spc="-1" strike="noStrike">
                <a:solidFill>
                  <a:srgbClr val="e6edf6"/>
                </a:solidFill>
                <a:latin typeface="Noto Sans KR"/>
                <a:ea typeface="Noto Sans KR"/>
              </a:rPr>
              <a:t>한 폴더에 수백 개 파일</a:t>
            </a: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Text 13"/>
          <p:cNvSpPr/>
          <p:nvPr/>
        </p:nvSpPr>
        <p:spPr>
          <a:xfrm>
            <a:off x="1234440" y="3785760"/>
            <a:ext cx="40230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100" spc="-1" strike="noStrike">
                <a:solidFill>
                  <a:srgbClr val="93a3ba"/>
                </a:solidFill>
                <a:latin typeface="Noto Sans KR"/>
                <a:ea typeface="Noto Sans KR"/>
              </a:rPr>
              <a:t>원하는 파일을 찾기 어려움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Shape 14"/>
          <p:cNvSpPr/>
          <p:nvPr/>
        </p:nvSpPr>
        <p:spPr>
          <a:xfrm>
            <a:off x="868680" y="4187880"/>
            <a:ext cx="237240" cy="237240"/>
          </a:xfrm>
          <a:prstGeom prst="rect">
            <a:avLst/>
          </a:prstGeom>
          <a:solidFill>
            <a:srgbClr val="5a233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Text 15"/>
          <p:cNvSpPr/>
          <p:nvPr/>
        </p:nvSpPr>
        <p:spPr>
          <a:xfrm>
            <a:off x="868680" y="4187880"/>
            <a:ext cx="2372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ffd9d9"/>
                </a:solidFill>
                <a:latin typeface="Noto Sans KR"/>
                <a:ea typeface="Noto Sans KR"/>
              </a:rPr>
              <a:t>02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Text 16"/>
          <p:cNvSpPr/>
          <p:nvPr/>
        </p:nvSpPr>
        <p:spPr>
          <a:xfrm>
            <a:off x="1234440" y="4123800"/>
            <a:ext cx="4023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450" spc="-1" strike="noStrike">
                <a:solidFill>
                  <a:srgbClr val="e6edf6"/>
                </a:solidFill>
                <a:latin typeface="Noto Sans KR"/>
                <a:ea typeface="Noto Sans KR"/>
              </a:rPr>
              <a:t>중복</a:t>
            </a:r>
            <a:r>
              <a:rPr b="1" lang="en-US" sz="1450" spc="-1" strike="noStrike">
                <a:solidFill>
                  <a:srgbClr val="e6edf6"/>
                </a:solidFill>
                <a:latin typeface="Noto Sans KR"/>
                <a:ea typeface="Noto Sans KR"/>
              </a:rPr>
              <a:t>·</a:t>
            </a:r>
            <a:r>
              <a:rPr b="1" lang="zh-CN" sz="1450" spc="-1" strike="noStrike">
                <a:solidFill>
                  <a:srgbClr val="e6edf6"/>
                </a:solidFill>
                <a:latin typeface="Noto Sans KR"/>
                <a:ea typeface="Noto Sans KR"/>
              </a:rPr>
              <a:t>오래된 파일 누적</a:t>
            </a: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Text 17"/>
          <p:cNvSpPr/>
          <p:nvPr/>
        </p:nvSpPr>
        <p:spPr>
          <a:xfrm>
            <a:off x="1234440" y="4389120"/>
            <a:ext cx="40230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100" spc="-1" strike="noStrike">
                <a:solidFill>
                  <a:srgbClr val="93a3ba"/>
                </a:solidFill>
                <a:latin typeface="Noto Sans KR"/>
                <a:ea typeface="Noto Sans KR"/>
              </a:rPr>
              <a:t>식별</a:t>
            </a:r>
            <a:r>
              <a:rPr b="0" lang="en-US" sz="1100" spc="-1" strike="noStrike">
                <a:solidFill>
                  <a:srgbClr val="93a3ba"/>
                </a:solidFill>
                <a:latin typeface="Noto Sans KR"/>
                <a:ea typeface="Noto Sans KR"/>
              </a:rPr>
              <a:t>·</a:t>
            </a:r>
            <a:r>
              <a:rPr b="0" lang="zh-CN" sz="1100" spc="-1" strike="noStrike">
                <a:solidFill>
                  <a:srgbClr val="93a3ba"/>
                </a:solidFill>
                <a:latin typeface="Noto Sans KR"/>
                <a:ea typeface="Noto Sans KR"/>
              </a:rPr>
              <a:t>정리할 수단이 없음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Shape 18"/>
          <p:cNvSpPr/>
          <p:nvPr/>
        </p:nvSpPr>
        <p:spPr>
          <a:xfrm>
            <a:off x="868680" y="4791600"/>
            <a:ext cx="237240" cy="237240"/>
          </a:xfrm>
          <a:prstGeom prst="rect">
            <a:avLst/>
          </a:prstGeom>
          <a:solidFill>
            <a:srgbClr val="5a233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Text 19"/>
          <p:cNvSpPr/>
          <p:nvPr/>
        </p:nvSpPr>
        <p:spPr>
          <a:xfrm>
            <a:off x="868680" y="4791600"/>
            <a:ext cx="2372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ffd9d9"/>
                </a:solidFill>
                <a:latin typeface="Noto Sans KR"/>
                <a:ea typeface="Noto Sans KR"/>
              </a:rPr>
              <a:t>03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Text 20"/>
          <p:cNvSpPr/>
          <p:nvPr/>
        </p:nvSpPr>
        <p:spPr>
          <a:xfrm>
            <a:off x="1234440" y="4727520"/>
            <a:ext cx="4023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450" spc="-1" strike="noStrike">
                <a:solidFill>
                  <a:srgbClr val="e6edf6"/>
                </a:solidFill>
                <a:latin typeface="Noto Sans KR"/>
                <a:ea typeface="Noto Sans KR"/>
              </a:rPr>
              <a:t>수동 정리</a:t>
            </a:r>
            <a:r>
              <a:rPr b="1" lang="en-US" sz="1450" spc="-1" strike="noStrike">
                <a:solidFill>
                  <a:srgbClr val="e6edf6"/>
                </a:solidFill>
                <a:latin typeface="Noto Sans KR"/>
                <a:ea typeface="Noto Sans KR"/>
              </a:rPr>
              <a:t>·</a:t>
            </a:r>
            <a:r>
              <a:rPr b="1" lang="zh-CN" sz="1450" spc="-1" strike="noStrike">
                <a:solidFill>
                  <a:srgbClr val="e6edf6"/>
                </a:solidFill>
                <a:latin typeface="Noto Sans KR"/>
                <a:ea typeface="Noto Sans KR"/>
              </a:rPr>
              <a:t>삭제는 실수 위험</a:t>
            </a: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" name="Text 21"/>
          <p:cNvSpPr/>
          <p:nvPr/>
        </p:nvSpPr>
        <p:spPr>
          <a:xfrm>
            <a:off x="1234440" y="4992480"/>
            <a:ext cx="40230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100" spc="-1" strike="noStrike">
                <a:solidFill>
                  <a:srgbClr val="93a3ba"/>
                </a:solidFill>
                <a:latin typeface="Noto Sans KR"/>
                <a:ea typeface="Noto Sans KR"/>
              </a:rPr>
              <a:t>잘못 지우면 복구 곤란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Shape 22"/>
          <p:cNvSpPr/>
          <p:nvPr/>
        </p:nvSpPr>
        <p:spPr>
          <a:xfrm>
            <a:off x="868680" y="5394960"/>
            <a:ext cx="237240" cy="237240"/>
          </a:xfrm>
          <a:prstGeom prst="rect">
            <a:avLst/>
          </a:prstGeom>
          <a:solidFill>
            <a:srgbClr val="5a233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Text 23"/>
          <p:cNvSpPr/>
          <p:nvPr/>
        </p:nvSpPr>
        <p:spPr>
          <a:xfrm>
            <a:off x="868680" y="5394960"/>
            <a:ext cx="2372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ffd9d9"/>
                </a:solidFill>
                <a:latin typeface="Noto Sans KR"/>
                <a:ea typeface="Noto Sans KR"/>
              </a:rPr>
              <a:t>04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Text 24"/>
          <p:cNvSpPr/>
          <p:nvPr/>
        </p:nvSpPr>
        <p:spPr>
          <a:xfrm>
            <a:off x="1234440" y="5330880"/>
            <a:ext cx="4023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450" spc="-1" strike="noStrike">
                <a:solidFill>
                  <a:srgbClr val="e6edf6"/>
                </a:solidFill>
                <a:latin typeface="Noto Sans KR"/>
                <a:ea typeface="Noto Sans KR"/>
              </a:rPr>
              <a:t>이동 내역 추적 불가</a:t>
            </a: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Text 25"/>
          <p:cNvSpPr/>
          <p:nvPr/>
        </p:nvSpPr>
        <p:spPr>
          <a:xfrm>
            <a:off x="1234440" y="5596200"/>
            <a:ext cx="40230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100" spc="-1" strike="noStrike">
                <a:solidFill>
                  <a:srgbClr val="93a3ba"/>
                </a:solidFill>
                <a:latin typeface="Noto Sans KR"/>
                <a:ea typeface="Noto Sans KR"/>
              </a:rPr>
              <a:t>무엇을 어디로 옮겼는지 모름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Shape 26"/>
          <p:cNvSpPr/>
          <p:nvPr/>
        </p:nvSpPr>
        <p:spPr>
          <a:xfrm>
            <a:off x="5742360" y="3886200"/>
            <a:ext cx="566640" cy="4568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Shape 27"/>
          <p:cNvSpPr/>
          <p:nvPr/>
        </p:nvSpPr>
        <p:spPr>
          <a:xfrm>
            <a:off x="6583680" y="2286000"/>
            <a:ext cx="5074560" cy="3702960"/>
          </a:xfrm>
          <a:prstGeom prst="rect">
            <a:avLst/>
          </a:prstGeom>
          <a:solidFill>
            <a:srgbClr val="111f33"/>
          </a:solidFill>
          <a:ln w="15875">
            <a:solidFill>
              <a:srgbClr val="1e4a4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Text 28"/>
          <p:cNvSpPr/>
          <p:nvPr/>
        </p:nvSpPr>
        <p:spPr>
          <a:xfrm>
            <a:off x="6949440" y="254196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299" strike="noStrike">
                <a:solidFill>
                  <a:srgbClr val="5eead4"/>
                </a:solidFill>
                <a:latin typeface="Noto Sans KR"/>
                <a:ea typeface="Noto Sans KR"/>
              </a:rPr>
              <a:t>TO-BE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Text 29"/>
          <p:cNvSpPr/>
          <p:nvPr/>
        </p:nvSpPr>
        <p:spPr>
          <a:xfrm>
            <a:off x="6931080" y="2788920"/>
            <a:ext cx="44344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e6edf6"/>
                </a:solidFill>
                <a:latin typeface="Noto Sans KR"/>
                <a:ea typeface="Noto Sans KR"/>
              </a:rPr>
              <a:t>DownloadOrganizer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Shape 30"/>
          <p:cNvSpPr/>
          <p:nvPr/>
        </p:nvSpPr>
        <p:spPr>
          <a:xfrm>
            <a:off x="6967440" y="3346560"/>
            <a:ext cx="502920" cy="360"/>
          </a:xfrm>
          <a:prstGeom prst="line">
            <a:avLst/>
          </a:prstGeom>
          <a:ln w="25400">
            <a:solidFill>
              <a:srgbClr val="5eea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Shape 31"/>
          <p:cNvSpPr/>
          <p:nvPr/>
        </p:nvSpPr>
        <p:spPr>
          <a:xfrm>
            <a:off x="6949440" y="3584520"/>
            <a:ext cx="237240" cy="237240"/>
          </a:xfrm>
          <a:prstGeom prst="rect">
            <a:avLst/>
          </a:prstGeom>
          <a:solidFill>
            <a:srgbClr val="1246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Text 32"/>
          <p:cNvSpPr/>
          <p:nvPr/>
        </p:nvSpPr>
        <p:spPr>
          <a:xfrm>
            <a:off x="6949440" y="3584520"/>
            <a:ext cx="2372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cffff6"/>
                </a:solidFill>
                <a:latin typeface="Noto Sans KR"/>
                <a:ea typeface="Noto Sans KR"/>
              </a:rPr>
              <a:t>01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Text 33"/>
          <p:cNvSpPr/>
          <p:nvPr/>
        </p:nvSpPr>
        <p:spPr>
          <a:xfrm>
            <a:off x="7315200" y="3520440"/>
            <a:ext cx="4023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450" spc="-1" strike="noStrike">
                <a:solidFill>
                  <a:srgbClr val="e6edf6"/>
                </a:solidFill>
                <a:latin typeface="Noto Sans KR"/>
                <a:ea typeface="Noto Sans KR"/>
              </a:rPr>
              <a:t>유형</a:t>
            </a:r>
            <a:r>
              <a:rPr b="1" lang="en-US" sz="1450" spc="-1" strike="noStrike">
                <a:solidFill>
                  <a:srgbClr val="e6edf6"/>
                </a:solidFill>
                <a:latin typeface="Noto Sans KR"/>
                <a:ea typeface="Noto Sans KR"/>
              </a:rPr>
              <a:t>·</a:t>
            </a:r>
            <a:r>
              <a:rPr b="1" lang="zh-CN" sz="1450" spc="-1" strike="noStrike">
                <a:solidFill>
                  <a:srgbClr val="e6edf6"/>
                </a:solidFill>
                <a:latin typeface="Noto Sans KR"/>
                <a:ea typeface="Noto Sans KR"/>
              </a:rPr>
              <a:t>날짜별 자동 분류</a:t>
            </a: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Text 34"/>
          <p:cNvSpPr/>
          <p:nvPr/>
        </p:nvSpPr>
        <p:spPr>
          <a:xfrm>
            <a:off x="7315200" y="3785760"/>
            <a:ext cx="40230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3a3ba"/>
                </a:solidFill>
                <a:latin typeface="Noto Sans KR"/>
                <a:ea typeface="Noto Sans KR"/>
              </a:rPr>
              <a:t>8</a:t>
            </a:r>
            <a:r>
              <a:rPr b="0" lang="zh-CN" sz="1100" spc="-1" strike="noStrike">
                <a:solidFill>
                  <a:srgbClr val="93a3ba"/>
                </a:solidFill>
                <a:latin typeface="Noto Sans KR"/>
                <a:ea typeface="Noto Sans KR"/>
              </a:rPr>
              <a:t>개 유형으로 한 번에 정리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Shape 35"/>
          <p:cNvSpPr/>
          <p:nvPr/>
        </p:nvSpPr>
        <p:spPr>
          <a:xfrm>
            <a:off x="6949440" y="4187880"/>
            <a:ext cx="237240" cy="237240"/>
          </a:xfrm>
          <a:prstGeom prst="rect">
            <a:avLst/>
          </a:prstGeom>
          <a:solidFill>
            <a:srgbClr val="1246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Text 36"/>
          <p:cNvSpPr/>
          <p:nvPr/>
        </p:nvSpPr>
        <p:spPr>
          <a:xfrm>
            <a:off x="6949440" y="4187880"/>
            <a:ext cx="2372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cffff6"/>
                </a:solidFill>
                <a:latin typeface="Noto Sans KR"/>
                <a:ea typeface="Noto Sans KR"/>
              </a:rPr>
              <a:t>02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Text 37"/>
          <p:cNvSpPr/>
          <p:nvPr/>
        </p:nvSpPr>
        <p:spPr>
          <a:xfrm>
            <a:off x="7315200" y="4123800"/>
            <a:ext cx="4023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450" spc="-1" strike="noStrike">
                <a:solidFill>
                  <a:srgbClr val="e6edf6"/>
                </a:solidFill>
                <a:latin typeface="Noto Sans KR"/>
                <a:ea typeface="Noto Sans KR"/>
              </a:rPr>
              <a:t>중복</a:t>
            </a:r>
            <a:r>
              <a:rPr b="1" lang="en-US" sz="1450" spc="-1" strike="noStrike">
                <a:solidFill>
                  <a:srgbClr val="e6edf6"/>
                </a:solidFill>
                <a:latin typeface="Noto Sans KR"/>
                <a:ea typeface="Noto Sans KR"/>
              </a:rPr>
              <a:t>·</a:t>
            </a:r>
            <a:r>
              <a:rPr b="1" lang="zh-CN" sz="1450" spc="-1" strike="noStrike">
                <a:solidFill>
                  <a:srgbClr val="e6edf6"/>
                </a:solidFill>
                <a:latin typeface="Noto Sans KR"/>
                <a:ea typeface="Noto Sans KR"/>
              </a:rPr>
              <a:t>오래된 파일 자동 탐지</a:t>
            </a: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Text 38"/>
          <p:cNvSpPr/>
          <p:nvPr/>
        </p:nvSpPr>
        <p:spPr>
          <a:xfrm>
            <a:off x="7315200" y="4389120"/>
            <a:ext cx="40230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100" spc="-1" strike="noStrike">
                <a:solidFill>
                  <a:srgbClr val="93a3ba"/>
                </a:solidFill>
                <a:latin typeface="Noto Sans KR"/>
                <a:ea typeface="Noto Sans KR"/>
              </a:rPr>
              <a:t>해시 기반 정확한 식별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Shape 39"/>
          <p:cNvSpPr/>
          <p:nvPr/>
        </p:nvSpPr>
        <p:spPr>
          <a:xfrm>
            <a:off x="6949440" y="4791600"/>
            <a:ext cx="237240" cy="237240"/>
          </a:xfrm>
          <a:prstGeom prst="rect">
            <a:avLst/>
          </a:prstGeom>
          <a:solidFill>
            <a:srgbClr val="1246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Text 40"/>
          <p:cNvSpPr/>
          <p:nvPr/>
        </p:nvSpPr>
        <p:spPr>
          <a:xfrm>
            <a:off x="6949440" y="4791600"/>
            <a:ext cx="2372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cffff6"/>
                </a:solidFill>
                <a:latin typeface="Noto Sans KR"/>
                <a:ea typeface="Noto Sans KR"/>
              </a:rPr>
              <a:t>03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Text 41"/>
          <p:cNvSpPr/>
          <p:nvPr/>
        </p:nvSpPr>
        <p:spPr>
          <a:xfrm>
            <a:off x="7315200" y="4727520"/>
            <a:ext cx="4023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450" spc="-1" strike="noStrike">
                <a:solidFill>
                  <a:srgbClr val="e6edf6"/>
                </a:solidFill>
                <a:latin typeface="Noto Sans KR"/>
                <a:ea typeface="Noto Sans KR"/>
              </a:rPr>
              <a:t>삭제 없는 안전 이동</a:t>
            </a: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Text 42"/>
          <p:cNvSpPr/>
          <p:nvPr/>
        </p:nvSpPr>
        <p:spPr>
          <a:xfrm>
            <a:off x="7315200" y="4992480"/>
            <a:ext cx="40230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100" spc="-1" strike="noStrike">
                <a:solidFill>
                  <a:srgbClr val="93a3ba"/>
                </a:solidFill>
                <a:latin typeface="Noto Sans KR"/>
                <a:ea typeface="Noto Sans KR"/>
              </a:rPr>
              <a:t>확인 토큰으로 이중 검증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Shape 43"/>
          <p:cNvSpPr/>
          <p:nvPr/>
        </p:nvSpPr>
        <p:spPr>
          <a:xfrm>
            <a:off x="6949440" y="5394960"/>
            <a:ext cx="237240" cy="237240"/>
          </a:xfrm>
          <a:prstGeom prst="rect">
            <a:avLst/>
          </a:prstGeom>
          <a:solidFill>
            <a:srgbClr val="1246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Text 44"/>
          <p:cNvSpPr/>
          <p:nvPr/>
        </p:nvSpPr>
        <p:spPr>
          <a:xfrm>
            <a:off x="6949440" y="5394960"/>
            <a:ext cx="2372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cffff6"/>
                </a:solidFill>
                <a:latin typeface="Noto Sans KR"/>
                <a:ea typeface="Noto Sans KR"/>
              </a:rPr>
              <a:t>04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" name="Text 45"/>
          <p:cNvSpPr/>
          <p:nvPr/>
        </p:nvSpPr>
        <p:spPr>
          <a:xfrm>
            <a:off x="7315200" y="5330880"/>
            <a:ext cx="4023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450" spc="-1" strike="noStrike">
                <a:solidFill>
                  <a:srgbClr val="e6edf6"/>
                </a:solidFill>
                <a:latin typeface="Noto Sans KR"/>
                <a:ea typeface="Noto Sans KR"/>
              </a:rPr>
              <a:t>이력 기반 되돌리기</a:t>
            </a:r>
            <a:r>
              <a:rPr b="1" lang="en-US" sz="1450" spc="-1" strike="noStrike">
                <a:solidFill>
                  <a:srgbClr val="e6edf6"/>
                </a:solidFill>
                <a:latin typeface="Noto Sans KR"/>
                <a:ea typeface="Noto Sans KR"/>
              </a:rPr>
              <a:t>·</a:t>
            </a:r>
            <a:r>
              <a:rPr b="1" lang="zh-CN" sz="1450" spc="-1" strike="noStrike">
                <a:solidFill>
                  <a:srgbClr val="e6edf6"/>
                </a:solidFill>
                <a:latin typeface="Noto Sans KR"/>
                <a:ea typeface="Noto Sans KR"/>
              </a:rPr>
              <a:t>보고서</a:t>
            </a: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Text 46"/>
          <p:cNvSpPr/>
          <p:nvPr/>
        </p:nvSpPr>
        <p:spPr>
          <a:xfrm>
            <a:off x="7315200" y="5596200"/>
            <a:ext cx="40230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100" spc="-1" strike="noStrike">
                <a:solidFill>
                  <a:srgbClr val="93a3ba"/>
                </a:solidFill>
                <a:latin typeface="Noto Sans KR"/>
                <a:ea typeface="Noto Sans KR"/>
              </a:rPr>
              <a:t>언제든 원상 복구 가능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hape 0"/>
          <p:cNvSpPr/>
          <p:nvPr/>
        </p:nvSpPr>
        <p:spPr>
          <a:xfrm>
            <a:off x="502920" y="475560"/>
            <a:ext cx="63720" cy="237240"/>
          </a:xfrm>
          <a:prstGeom prst="rect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 1"/>
          <p:cNvSpPr/>
          <p:nvPr/>
        </p:nvSpPr>
        <p:spPr>
          <a:xfrm>
            <a:off x="685800" y="4572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99" strike="noStrike">
                <a:solidFill>
                  <a:srgbClr val="2dd4bf"/>
                </a:solidFill>
                <a:latin typeface="Noto Sans KR"/>
                <a:ea typeface="Noto Sans KR"/>
              </a:rPr>
              <a:t>02  ·  SYSTEM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Text 2"/>
          <p:cNvSpPr/>
          <p:nvPr/>
        </p:nvSpPr>
        <p:spPr>
          <a:xfrm>
            <a:off x="475560" y="786240"/>
            <a:ext cx="109724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4000" spc="-1" strike="noStrike">
                <a:solidFill>
                  <a:srgbClr val="e6edf6"/>
                </a:solidFill>
                <a:latin typeface="Noto Sans KR"/>
                <a:ea typeface="Noto Sans KR"/>
              </a:rPr>
              <a:t>시스템 구성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Text 3"/>
          <p:cNvSpPr/>
          <p:nvPr/>
        </p:nvSpPr>
        <p:spPr>
          <a:xfrm>
            <a:off x="502920" y="1664280"/>
            <a:ext cx="11155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450" spc="-1" strike="noStrike">
                <a:solidFill>
                  <a:srgbClr val="93a3ba"/>
                </a:solidFill>
                <a:latin typeface="Noto Sans KR"/>
                <a:ea typeface="Noto Sans KR"/>
              </a:rPr>
              <a:t>하나의 안전 엔진</a:t>
            </a:r>
            <a:r>
              <a:rPr b="0" lang="en-US" sz="1450" spc="-1" strike="noStrike">
                <a:solidFill>
                  <a:srgbClr val="93a3ba"/>
                </a:solidFill>
                <a:latin typeface="Noto Sans KR"/>
                <a:ea typeface="Noto Sans KR"/>
              </a:rPr>
              <a:t>, </a:t>
            </a:r>
            <a:r>
              <a:rPr b="0" lang="zh-CN" sz="1450" spc="-1" strike="noStrike">
                <a:solidFill>
                  <a:srgbClr val="93a3ba"/>
                </a:solidFill>
                <a:latin typeface="Noto Sans KR"/>
                <a:ea typeface="Noto Sans KR"/>
              </a:rPr>
              <a:t>세 가지 진입 방식 — </a:t>
            </a:r>
            <a:r>
              <a:rPr b="0" lang="en-US" sz="1450" spc="-1" strike="noStrike">
                <a:solidFill>
                  <a:srgbClr val="93a3ba"/>
                </a:solidFill>
                <a:latin typeface="Noto Sans KR"/>
                <a:ea typeface="Noto Sans KR"/>
              </a:rPr>
              <a:t>CLI · </a:t>
            </a:r>
            <a:r>
              <a:rPr b="0" lang="zh-CN" sz="1450" spc="-1" strike="noStrike">
                <a:solidFill>
                  <a:srgbClr val="93a3ba"/>
                </a:solidFill>
                <a:latin typeface="Noto Sans KR"/>
                <a:ea typeface="Noto Sans KR"/>
              </a:rPr>
              <a:t>웹 </a:t>
            </a:r>
            <a:r>
              <a:rPr b="0" lang="en-US" sz="1450" spc="-1" strike="noStrike">
                <a:solidFill>
                  <a:srgbClr val="93a3ba"/>
                </a:solidFill>
                <a:latin typeface="Noto Sans KR"/>
                <a:ea typeface="Noto Sans KR"/>
              </a:rPr>
              <a:t>· EXE</a:t>
            </a:r>
            <a:r>
              <a:rPr b="0" lang="zh-CN" sz="1450" spc="-1" strike="noStrike">
                <a:solidFill>
                  <a:srgbClr val="93a3ba"/>
                </a:solidFill>
                <a:latin typeface="Noto Sans KR"/>
                <a:ea typeface="Noto Sans KR"/>
              </a:rPr>
              <a:t>가 같은 로직을 공유</a:t>
            </a: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Text 4"/>
          <p:cNvSpPr/>
          <p:nvPr/>
        </p:nvSpPr>
        <p:spPr>
          <a:xfrm>
            <a:off x="10881360" y="384120"/>
            <a:ext cx="1005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7" strike="noStrike">
                <a:solidFill>
                  <a:srgbClr val="93a3ba"/>
                </a:solidFill>
                <a:latin typeface="Noto Sans KR"/>
                <a:ea typeface="Noto Sans KR"/>
              </a:rPr>
              <a:t>03</a:t>
            </a:r>
            <a:r>
              <a:rPr b="0" lang="en-US" sz="1100" spc="97" strike="noStrike">
                <a:solidFill>
                  <a:srgbClr val="566983"/>
                </a:solidFill>
                <a:latin typeface="Noto Sans KR"/>
                <a:ea typeface="Noto Sans KR"/>
              </a:rPr>
              <a:t>  / 13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 5"/>
          <p:cNvSpPr/>
          <p:nvPr/>
        </p:nvSpPr>
        <p:spPr>
          <a:xfrm>
            <a:off x="502920" y="641916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248" strike="noStrike">
                <a:solidFill>
                  <a:srgbClr val="33455e"/>
                </a:solidFill>
                <a:latin typeface="Noto Sans KR"/>
                <a:ea typeface="Noto Sans KR"/>
              </a:rPr>
              <a:t>DOWNLOADORGANIZER  ·  SAFE-BY-DESIGN FILE AUTOMATION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Text 6"/>
          <p:cNvSpPr/>
          <p:nvPr/>
        </p:nvSpPr>
        <p:spPr>
          <a:xfrm>
            <a:off x="502920" y="224028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299" strike="noStrike">
                <a:solidFill>
                  <a:srgbClr val="f4883c"/>
                </a:solidFill>
                <a:latin typeface="Noto Sans KR"/>
                <a:ea typeface="Noto Sans KR"/>
              </a:rPr>
              <a:t>ENTRY POINTS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Text 7"/>
          <p:cNvSpPr/>
          <p:nvPr/>
        </p:nvSpPr>
        <p:spPr>
          <a:xfrm>
            <a:off x="484560" y="248724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2200" spc="-1" strike="noStrike">
                <a:solidFill>
                  <a:srgbClr val="e6edf6"/>
                </a:solidFill>
                <a:latin typeface="Noto Sans KR"/>
                <a:ea typeface="Noto Sans KR"/>
              </a:rPr>
              <a:t>진입 방식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Shape 8"/>
          <p:cNvSpPr/>
          <p:nvPr/>
        </p:nvSpPr>
        <p:spPr>
          <a:xfrm>
            <a:off x="502920" y="3063240"/>
            <a:ext cx="5120280" cy="2697120"/>
          </a:xfrm>
          <a:prstGeom prst="rect">
            <a:avLst/>
          </a:prstGeom>
          <a:solidFill>
            <a:srgbClr val="111f33"/>
          </a:solidFill>
          <a:ln w="12700">
            <a:solidFill>
              <a:srgbClr val="1f34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Shape 9"/>
          <p:cNvSpPr/>
          <p:nvPr/>
        </p:nvSpPr>
        <p:spPr>
          <a:xfrm>
            <a:off x="502920" y="3063240"/>
            <a:ext cx="5120280" cy="456840"/>
          </a:xfrm>
          <a:prstGeom prst="rect">
            <a:avLst/>
          </a:prstGeom>
          <a:solidFill>
            <a:srgbClr val="1627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Text 10"/>
          <p:cNvSpPr/>
          <p:nvPr/>
        </p:nvSpPr>
        <p:spPr>
          <a:xfrm>
            <a:off x="777240" y="3154680"/>
            <a:ext cx="1645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299" strike="noStrike">
                <a:solidFill>
                  <a:srgbClr val="6e83a2"/>
                </a:solidFill>
                <a:latin typeface="Noto Sans KR"/>
                <a:ea typeface="Noto Sans KR"/>
              </a:rPr>
              <a:t>ENTRY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Text 11"/>
          <p:cNvSpPr/>
          <p:nvPr/>
        </p:nvSpPr>
        <p:spPr>
          <a:xfrm>
            <a:off x="2286000" y="315468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950" spc="299" strike="noStrike">
                <a:solidFill>
                  <a:srgbClr val="6e83a2"/>
                </a:solidFill>
                <a:latin typeface="Noto Sans KR"/>
                <a:ea typeface="Noto Sans KR"/>
              </a:rPr>
              <a:t>설 명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Text 12"/>
          <p:cNvSpPr/>
          <p:nvPr/>
        </p:nvSpPr>
        <p:spPr>
          <a:xfrm>
            <a:off x="4434840" y="315468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199" strike="noStrike">
                <a:solidFill>
                  <a:srgbClr val="6e83a2"/>
                </a:solidFill>
                <a:latin typeface="Noto Sans KR"/>
                <a:ea typeface="Noto Sans KR"/>
              </a:rPr>
              <a:t>FORM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Text 13"/>
          <p:cNvSpPr/>
          <p:nvPr/>
        </p:nvSpPr>
        <p:spPr>
          <a:xfrm>
            <a:off x="777240" y="3520440"/>
            <a:ext cx="15084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5eead4"/>
                </a:solidFill>
                <a:latin typeface="Noto Sans KR"/>
                <a:ea typeface="Noto Sans KR"/>
              </a:rPr>
              <a:t>CLI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Text 14"/>
          <p:cNvSpPr/>
          <p:nvPr/>
        </p:nvSpPr>
        <p:spPr>
          <a:xfrm>
            <a:off x="2286000" y="3520440"/>
            <a:ext cx="2285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c2cedd"/>
                </a:solidFill>
                <a:latin typeface="Noto Sans KR"/>
                <a:ea typeface="Noto Sans KR"/>
              </a:rPr>
              <a:t>analyze · apply · undo </a:t>
            </a:r>
            <a:r>
              <a:rPr b="0" lang="zh-CN" sz="1150" spc="-1" strike="noStrike">
                <a:solidFill>
                  <a:srgbClr val="c2cedd"/>
                </a:solidFill>
                <a:latin typeface="Noto Sans KR"/>
                <a:ea typeface="Noto Sans KR"/>
              </a:rPr>
              <a:t>명령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Text 15"/>
          <p:cNvSpPr/>
          <p:nvPr/>
        </p:nvSpPr>
        <p:spPr>
          <a:xfrm>
            <a:off x="4343400" y="3520440"/>
            <a:ext cx="10054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050" spc="-1" strike="noStrike">
                <a:solidFill>
                  <a:srgbClr val="fb923c"/>
                </a:solidFill>
                <a:latin typeface="Noto Sans KR"/>
                <a:ea typeface="Noto Sans KR"/>
              </a:rPr>
              <a:t>터미널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Shape 16"/>
          <p:cNvSpPr/>
          <p:nvPr/>
        </p:nvSpPr>
        <p:spPr>
          <a:xfrm>
            <a:off x="731520" y="4069080"/>
            <a:ext cx="4663440" cy="360"/>
          </a:xfrm>
          <a:prstGeom prst="line">
            <a:avLst/>
          </a:prstGeom>
          <a:ln w="9525">
            <a:solidFill>
              <a:srgbClr val="1b2d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Text 17"/>
          <p:cNvSpPr/>
          <p:nvPr/>
        </p:nvSpPr>
        <p:spPr>
          <a:xfrm>
            <a:off x="777240" y="4069080"/>
            <a:ext cx="15084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5eead4"/>
                </a:solidFill>
                <a:latin typeface="Noto Sans KR"/>
                <a:ea typeface="Noto Sans KR"/>
              </a:rPr>
              <a:t>Web UI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Text 18"/>
          <p:cNvSpPr/>
          <p:nvPr/>
        </p:nvSpPr>
        <p:spPr>
          <a:xfrm>
            <a:off x="2286000" y="4069080"/>
            <a:ext cx="2285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150" spc="-1" strike="noStrike">
                <a:solidFill>
                  <a:srgbClr val="c2cedd"/>
                </a:solidFill>
                <a:latin typeface="Noto Sans KR"/>
                <a:ea typeface="Noto Sans KR"/>
              </a:rPr>
              <a:t>지표</a:t>
            </a:r>
            <a:r>
              <a:rPr b="0" lang="en-US" sz="1150" spc="-1" strike="noStrike">
                <a:solidFill>
                  <a:srgbClr val="c2cedd"/>
                </a:solidFill>
                <a:latin typeface="Noto Sans KR"/>
                <a:ea typeface="Noto Sans KR"/>
              </a:rPr>
              <a:t>·</a:t>
            </a:r>
            <a:r>
              <a:rPr b="0" lang="zh-CN" sz="1150" spc="-1" strike="noStrike">
                <a:solidFill>
                  <a:srgbClr val="c2cedd"/>
                </a:solidFill>
                <a:latin typeface="Noto Sans KR"/>
                <a:ea typeface="Noto Sans KR"/>
              </a:rPr>
              <a:t>탭</a:t>
            </a:r>
            <a:r>
              <a:rPr b="0" lang="en-US" sz="1150" spc="-1" strike="noStrike">
                <a:solidFill>
                  <a:srgbClr val="c2cedd"/>
                </a:solidFill>
                <a:latin typeface="Noto Sans KR"/>
                <a:ea typeface="Noto Sans KR"/>
              </a:rPr>
              <a:t>·</a:t>
            </a:r>
            <a:r>
              <a:rPr b="0" lang="zh-CN" sz="1150" spc="-1" strike="noStrike">
                <a:solidFill>
                  <a:srgbClr val="c2cedd"/>
                </a:solidFill>
                <a:latin typeface="Noto Sans KR"/>
                <a:ea typeface="Noto Sans KR"/>
              </a:rPr>
              <a:t>미리보기</a:t>
            </a:r>
            <a:r>
              <a:rPr b="0" lang="en-US" sz="1150" spc="-1" strike="noStrike">
                <a:solidFill>
                  <a:srgbClr val="c2cedd"/>
                </a:solidFill>
                <a:latin typeface="Noto Sans KR"/>
                <a:ea typeface="Noto Sans KR"/>
              </a:rPr>
              <a:t>·</a:t>
            </a:r>
            <a:r>
              <a:rPr b="0" lang="zh-CN" sz="1150" spc="-1" strike="noStrike">
                <a:solidFill>
                  <a:srgbClr val="c2cedd"/>
                </a:solidFill>
                <a:latin typeface="Noto Sans KR"/>
                <a:ea typeface="Noto Sans KR"/>
              </a:rPr>
              <a:t>다운로드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Text 19"/>
          <p:cNvSpPr/>
          <p:nvPr/>
        </p:nvSpPr>
        <p:spPr>
          <a:xfrm>
            <a:off x="4343400" y="4069080"/>
            <a:ext cx="10054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fb923c"/>
                </a:solidFill>
                <a:latin typeface="Noto Sans KR"/>
                <a:ea typeface="Noto Sans KR"/>
              </a:rPr>
              <a:t>Streamlit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Shape 20"/>
          <p:cNvSpPr/>
          <p:nvPr/>
        </p:nvSpPr>
        <p:spPr>
          <a:xfrm>
            <a:off x="731520" y="4617720"/>
            <a:ext cx="4663440" cy="360"/>
          </a:xfrm>
          <a:prstGeom prst="line">
            <a:avLst/>
          </a:prstGeom>
          <a:ln w="9525">
            <a:solidFill>
              <a:srgbClr val="1b2d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Text 21"/>
          <p:cNvSpPr/>
          <p:nvPr/>
        </p:nvSpPr>
        <p:spPr>
          <a:xfrm>
            <a:off x="777240" y="4617720"/>
            <a:ext cx="15084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5eead4"/>
                </a:solidFill>
                <a:latin typeface="Noto Sans KR"/>
                <a:ea typeface="Noto Sans KR"/>
              </a:rPr>
              <a:t>EXE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Text 22"/>
          <p:cNvSpPr/>
          <p:nvPr/>
        </p:nvSpPr>
        <p:spPr>
          <a:xfrm>
            <a:off x="2286000" y="4617720"/>
            <a:ext cx="2285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150" spc="-1" strike="noStrike">
                <a:solidFill>
                  <a:srgbClr val="c2cedd"/>
                </a:solidFill>
                <a:latin typeface="Noto Sans KR"/>
                <a:ea typeface="Noto Sans KR"/>
              </a:rPr>
              <a:t>단일 실행파일 </a:t>
            </a:r>
            <a:r>
              <a:rPr b="0" lang="en-US" sz="1150" spc="-1" strike="noStrike">
                <a:solidFill>
                  <a:srgbClr val="c2cedd"/>
                </a:solidFill>
                <a:latin typeface="Noto Sans KR"/>
                <a:ea typeface="Noto Sans KR"/>
              </a:rPr>
              <a:t>(CLI)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Text 23"/>
          <p:cNvSpPr/>
          <p:nvPr/>
        </p:nvSpPr>
        <p:spPr>
          <a:xfrm>
            <a:off x="4343400" y="4617720"/>
            <a:ext cx="10054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fb923c"/>
                </a:solidFill>
                <a:latin typeface="Noto Sans KR"/>
                <a:ea typeface="Noto Sans KR"/>
              </a:rPr>
              <a:t>PyInstaller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Shape 24"/>
          <p:cNvSpPr/>
          <p:nvPr/>
        </p:nvSpPr>
        <p:spPr>
          <a:xfrm>
            <a:off x="731520" y="5166360"/>
            <a:ext cx="4663440" cy="360"/>
          </a:xfrm>
          <a:prstGeom prst="line">
            <a:avLst/>
          </a:prstGeom>
          <a:ln w="9525">
            <a:solidFill>
              <a:srgbClr val="1b2d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Text 25"/>
          <p:cNvSpPr/>
          <p:nvPr/>
        </p:nvSpPr>
        <p:spPr>
          <a:xfrm>
            <a:off x="777240" y="5166360"/>
            <a:ext cx="15084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5eead4"/>
                </a:solidFill>
                <a:latin typeface="Noto Sans KR"/>
                <a:ea typeface="Noto Sans KR"/>
              </a:rPr>
              <a:t>init-config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Text 26"/>
          <p:cNvSpPr/>
          <p:nvPr/>
        </p:nvSpPr>
        <p:spPr>
          <a:xfrm>
            <a:off x="2286000" y="5166360"/>
            <a:ext cx="2285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150" spc="-1" strike="noStrike">
                <a:solidFill>
                  <a:srgbClr val="c2cedd"/>
                </a:solidFill>
                <a:latin typeface="Noto Sans KR"/>
                <a:ea typeface="Noto Sans KR"/>
              </a:rPr>
              <a:t>편집 가능한 설정 생성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Text 27"/>
          <p:cNvSpPr/>
          <p:nvPr/>
        </p:nvSpPr>
        <p:spPr>
          <a:xfrm>
            <a:off x="4343400" y="5166360"/>
            <a:ext cx="10054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fb923c"/>
                </a:solidFill>
                <a:latin typeface="Noto Sans KR"/>
                <a:ea typeface="Noto Sans KR"/>
              </a:rPr>
              <a:t>JSON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Text 28"/>
          <p:cNvSpPr/>
          <p:nvPr/>
        </p:nvSpPr>
        <p:spPr>
          <a:xfrm>
            <a:off x="6537960" y="224028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299" strike="noStrike">
                <a:solidFill>
                  <a:srgbClr val="2dd4bf"/>
                </a:solidFill>
                <a:latin typeface="Noto Sans KR"/>
                <a:ea typeface="Noto Sans KR"/>
              </a:rPr>
              <a:t>PIPELINE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Text 29"/>
          <p:cNvSpPr/>
          <p:nvPr/>
        </p:nvSpPr>
        <p:spPr>
          <a:xfrm>
            <a:off x="6519600" y="248724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2200" spc="-1" strike="noStrike">
                <a:solidFill>
                  <a:srgbClr val="e6edf6"/>
                </a:solidFill>
                <a:latin typeface="Noto Sans KR"/>
                <a:ea typeface="Noto Sans KR"/>
              </a:rPr>
              <a:t>처리 흐름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Shape 30"/>
          <p:cNvSpPr/>
          <p:nvPr/>
        </p:nvSpPr>
        <p:spPr>
          <a:xfrm>
            <a:off x="6537960" y="3063240"/>
            <a:ext cx="5120280" cy="566640"/>
          </a:xfrm>
          <a:prstGeom prst="rect">
            <a:avLst/>
          </a:prstGeom>
          <a:solidFill>
            <a:srgbClr val="111f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Shape 31"/>
          <p:cNvSpPr/>
          <p:nvPr/>
        </p:nvSpPr>
        <p:spPr>
          <a:xfrm>
            <a:off x="6537960" y="3063240"/>
            <a:ext cx="54360" cy="566640"/>
          </a:xfrm>
          <a:prstGeom prst="rect">
            <a:avLst/>
          </a:prstGeom>
          <a:solidFill>
            <a:srgbClr val="f488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 32"/>
          <p:cNvSpPr/>
          <p:nvPr/>
        </p:nvSpPr>
        <p:spPr>
          <a:xfrm>
            <a:off x="6693480" y="3063240"/>
            <a:ext cx="6397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f4883c"/>
                </a:solidFill>
                <a:latin typeface="Noto Sans KR"/>
                <a:ea typeface="Noto Sans KR"/>
              </a:rPr>
              <a:t>01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" name="Text 33"/>
          <p:cNvSpPr/>
          <p:nvPr/>
        </p:nvSpPr>
        <p:spPr>
          <a:xfrm>
            <a:off x="7360920" y="3127320"/>
            <a:ext cx="4114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450" spc="-1" strike="noStrike">
                <a:solidFill>
                  <a:srgbClr val="e6edf6"/>
                </a:solidFill>
                <a:latin typeface="Noto Sans KR"/>
                <a:ea typeface="Noto Sans KR"/>
              </a:rPr>
              <a:t>스캔</a:t>
            </a: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" name="Text 34"/>
          <p:cNvSpPr/>
          <p:nvPr/>
        </p:nvSpPr>
        <p:spPr>
          <a:xfrm>
            <a:off x="7360920" y="3383280"/>
            <a:ext cx="4114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100" spc="-1" strike="noStrike">
                <a:solidFill>
                  <a:srgbClr val="93a3ba"/>
                </a:solidFill>
                <a:latin typeface="Noto Sans KR"/>
                <a:ea typeface="Noto Sans KR"/>
              </a:rPr>
              <a:t>폴더 파일 수집 </a:t>
            </a:r>
            <a:r>
              <a:rPr b="0" lang="en-US" sz="1100" spc="-1" strike="noStrike">
                <a:solidFill>
                  <a:srgbClr val="93a3ba"/>
                </a:solidFill>
                <a:latin typeface="Noto Sans KR"/>
                <a:ea typeface="Noto Sans KR"/>
              </a:rPr>
              <a:t>(</a:t>
            </a:r>
            <a:r>
              <a:rPr b="0" lang="zh-CN" sz="1100" spc="-1" strike="noStrike">
                <a:solidFill>
                  <a:srgbClr val="93a3ba"/>
                </a:solidFill>
                <a:latin typeface="Noto Sans KR"/>
                <a:ea typeface="Noto Sans KR"/>
              </a:rPr>
              <a:t>최상위</a:t>
            </a:r>
            <a:r>
              <a:rPr b="0" lang="en-US" sz="1100" spc="-1" strike="noStrike">
                <a:solidFill>
                  <a:srgbClr val="93a3ba"/>
                </a:solidFill>
                <a:latin typeface="Noto Sans KR"/>
                <a:ea typeface="Noto Sans KR"/>
              </a:rPr>
              <a:t>/</a:t>
            </a:r>
            <a:r>
              <a:rPr b="0" lang="zh-CN" sz="1100" spc="-1" strike="noStrike">
                <a:solidFill>
                  <a:srgbClr val="93a3ba"/>
                </a:solidFill>
                <a:latin typeface="Noto Sans KR"/>
                <a:ea typeface="Noto Sans KR"/>
              </a:rPr>
              <a:t>재귀</a:t>
            </a:r>
            <a:r>
              <a:rPr b="0" lang="en-US" sz="1100" spc="-1" strike="noStrike">
                <a:solidFill>
                  <a:srgbClr val="93a3ba"/>
                </a:solidFill>
                <a:latin typeface="Noto Sans KR"/>
                <a:ea typeface="Noto Sans KR"/>
              </a:rPr>
              <a:t>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Shape 35"/>
          <p:cNvSpPr/>
          <p:nvPr/>
        </p:nvSpPr>
        <p:spPr>
          <a:xfrm>
            <a:off x="6537960" y="3740040"/>
            <a:ext cx="5120280" cy="566640"/>
          </a:xfrm>
          <a:prstGeom prst="rect">
            <a:avLst/>
          </a:prstGeom>
          <a:solidFill>
            <a:srgbClr val="111f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" name="Shape 36"/>
          <p:cNvSpPr/>
          <p:nvPr/>
        </p:nvSpPr>
        <p:spPr>
          <a:xfrm>
            <a:off x="6537960" y="3740040"/>
            <a:ext cx="54360" cy="566640"/>
          </a:xfrm>
          <a:prstGeom prst="rect">
            <a:avLst/>
          </a:prstGeom>
          <a:solidFill>
            <a:srgbClr val="f488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Text 37"/>
          <p:cNvSpPr/>
          <p:nvPr/>
        </p:nvSpPr>
        <p:spPr>
          <a:xfrm>
            <a:off x="6693480" y="3740040"/>
            <a:ext cx="6397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f4883c"/>
                </a:solidFill>
                <a:latin typeface="Noto Sans KR"/>
                <a:ea typeface="Noto Sans KR"/>
              </a:rPr>
              <a:t>02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Text 38"/>
          <p:cNvSpPr/>
          <p:nvPr/>
        </p:nvSpPr>
        <p:spPr>
          <a:xfrm>
            <a:off x="7360920" y="3803760"/>
            <a:ext cx="4114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450" spc="-1" strike="noStrike">
                <a:solidFill>
                  <a:srgbClr val="e6edf6"/>
                </a:solidFill>
                <a:latin typeface="Noto Sans KR"/>
                <a:ea typeface="Noto Sans KR"/>
              </a:rPr>
              <a:t>분석</a:t>
            </a: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" name="Text 39"/>
          <p:cNvSpPr/>
          <p:nvPr/>
        </p:nvSpPr>
        <p:spPr>
          <a:xfrm>
            <a:off x="7360920" y="4060080"/>
            <a:ext cx="4114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100" spc="-1" strike="noStrike">
                <a:solidFill>
                  <a:srgbClr val="93a3ba"/>
                </a:solidFill>
                <a:latin typeface="Noto Sans KR"/>
                <a:ea typeface="Noto Sans KR"/>
              </a:rPr>
              <a:t>유형 분류 </a:t>
            </a:r>
            <a:r>
              <a:rPr b="0" lang="en-US" sz="1100" spc="-1" strike="noStrike">
                <a:solidFill>
                  <a:srgbClr val="93a3ba"/>
                </a:solidFill>
                <a:latin typeface="Noto Sans KR"/>
                <a:ea typeface="Noto Sans KR"/>
              </a:rPr>
              <a:t>· </a:t>
            </a:r>
            <a:r>
              <a:rPr b="0" lang="zh-CN" sz="1100" spc="-1" strike="noStrike">
                <a:solidFill>
                  <a:srgbClr val="93a3ba"/>
                </a:solidFill>
                <a:latin typeface="Noto Sans KR"/>
                <a:ea typeface="Noto Sans KR"/>
              </a:rPr>
              <a:t>중복 </a:t>
            </a:r>
            <a:r>
              <a:rPr b="0" lang="en-US" sz="1100" spc="-1" strike="noStrike">
                <a:solidFill>
                  <a:srgbClr val="93a3ba"/>
                </a:solidFill>
                <a:latin typeface="Noto Sans KR"/>
                <a:ea typeface="Noto Sans KR"/>
              </a:rPr>
              <a:t>· </a:t>
            </a:r>
            <a:r>
              <a:rPr b="0" lang="zh-CN" sz="1100" spc="-1" strike="noStrike">
                <a:solidFill>
                  <a:srgbClr val="93a3ba"/>
                </a:solidFill>
                <a:latin typeface="Noto Sans KR"/>
                <a:ea typeface="Noto Sans KR"/>
              </a:rPr>
              <a:t>오래된 파일 판정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Shape 40"/>
          <p:cNvSpPr/>
          <p:nvPr/>
        </p:nvSpPr>
        <p:spPr>
          <a:xfrm>
            <a:off x="6537960" y="4416480"/>
            <a:ext cx="5120280" cy="566640"/>
          </a:xfrm>
          <a:prstGeom prst="rect">
            <a:avLst/>
          </a:prstGeom>
          <a:solidFill>
            <a:srgbClr val="111f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Shape 41"/>
          <p:cNvSpPr/>
          <p:nvPr/>
        </p:nvSpPr>
        <p:spPr>
          <a:xfrm>
            <a:off x="6537960" y="4416480"/>
            <a:ext cx="54360" cy="566640"/>
          </a:xfrm>
          <a:prstGeom prst="rect">
            <a:avLst/>
          </a:prstGeom>
          <a:solidFill>
            <a:srgbClr val="f488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Text 42"/>
          <p:cNvSpPr/>
          <p:nvPr/>
        </p:nvSpPr>
        <p:spPr>
          <a:xfrm>
            <a:off x="6693480" y="4416480"/>
            <a:ext cx="6397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f4883c"/>
                </a:solidFill>
                <a:latin typeface="Noto Sans KR"/>
                <a:ea typeface="Noto Sans KR"/>
              </a:rPr>
              <a:t>03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Text 43"/>
          <p:cNvSpPr/>
          <p:nvPr/>
        </p:nvSpPr>
        <p:spPr>
          <a:xfrm>
            <a:off x="7360920" y="4480560"/>
            <a:ext cx="4114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450" spc="-1" strike="noStrike">
                <a:solidFill>
                  <a:srgbClr val="e6edf6"/>
                </a:solidFill>
                <a:latin typeface="Noto Sans KR"/>
                <a:ea typeface="Noto Sans KR"/>
              </a:rPr>
              <a:t>계획</a:t>
            </a: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Text 44"/>
          <p:cNvSpPr/>
          <p:nvPr/>
        </p:nvSpPr>
        <p:spPr>
          <a:xfrm>
            <a:off x="7360920" y="4736520"/>
            <a:ext cx="4114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100" spc="-1" strike="noStrike">
                <a:solidFill>
                  <a:srgbClr val="93a3ba"/>
                </a:solidFill>
                <a:latin typeface="Noto Sans KR"/>
                <a:ea typeface="Noto Sans KR"/>
              </a:rPr>
              <a:t>이동 계획 </a:t>
            </a:r>
            <a:r>
              <a:rPr b="0" lang="en-US" sz="1100" spc="-1" strike="noStrike">
                <a:solidFill>
                  <a:srgbClr val="93a3ba"/>
                </a:solidFill>
                <a:latin typeface="Noto Sans KR"/>
                <a:ea typeface="Noto Sans KR"/>
              </a:rPr>
              <a:t>+ </a:t>
            </a:r>
            <a:r>
              <a:rPr b="0" lang="zh-CN" sz="1100" spc="-1" strike="noStrike">
                <a:solidFill>
                  <a:srgbClr val="93a3ba"/>
                </a:solidFill>
                <a:latin typeface="Noto Sans KR"/>
                <a:ea typeface="Noto Sans KR"/>
              </a:rPr>
              <a:t>확인 토큰 생성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Shape 45"/>
          <p:cNvSpPr/>
          <p:nvPr/>
        </p:nvSpPr>
        <p:spPr>
          <a:xfrm>
            <a:off x="6537960" y="5093280"/>
            <a:ext cx="5120280" cy="566640"/>
          </a:xfrm>
          <a:prstGeom prst="rect">
            <a:avLst/>
          </a:prstGeom>
          <a:solidFill>
            <a:srgbClr val="1335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Shape 46"/>
          <p:cNvSpPr/>
          <p:nvPr/>
        </p:nvSpPr>
        <p:spPr>
          <a:xfrm>
            <a:off x="6537960" y="5093280"/>
            <a:ext cx="54360" cy="566640"/>
          </a:xfrm>
          <a:prstGeom prst="rect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Text 47"/>
          <p:cNvSpPr/>
          <p:nvPr/>
        </p:nvSpPr>
        <p:spPr>
          <a:xfrm>
            <a:off x="6693480" y="5093280"/>
            <a:ext cx="6397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5eead4"/>
                </a:solidFill>
                <a:latin typeface="Noto Sans KR"/>
                <a:ea typeface="Noto Sans KR"/>
              </a:rPr>
              <a:t>04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Text 48"/>
          <p:cNvSpPr/>
          <p:nvPr/>
        </p:nvSpPr>
        <p:spPr>
          <a:xfrm>
            <a:off x="7360920" y="5157360"/>
            <a:ext cx="4114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450" spc="-1" strike="noStrike">
                <a:solidFill>
                  <a:srgbClr val="e6edf6"/>
                </a:solidFill>
                <a:latin typeface="Noto Sans KR"/>
                <a:ea typeface="Noto Sans KR"/>
              </a:rPr>
              <a:t>보고 </a:t>
            </a:r>
            <a:r>
              <a:rPr b="1" lang="en-US" sz="1450" spc="-1" strike="noStrike">
                <a:solidFill>
                  <a:srgbClr val="e6edf6"/>
                </a:solidFill>
                <a:latin typeface="Noto Sans KR"/>
                <a:ea typeface="Noto Sans KR"/>
              </a:rPr>
              <a:t>· </a:t>
            </a:r>
            <a:r>
              <a:rPr b="1" lang="zh-CN" sz="1450" spc="-1" strike="noStrike">
                <a:solidFill>
                  <a:srgbClr val="e6edf6"/>
                </a:solidFill>
                <a:latin typeface="Noto Sans KR"/>
                <a:ea typeface="Noto Sans KR"/>
              </a:rPr>
              <a:t>적용</a:t>
            </a: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Text 49"/>
          <p:cNvSpPr/>
          <p:nvPr/>
        </p:nvSpPr>
        <p:spPr>
          <a:xfrm>
            <a:off x="7360920" y="5413320"/>
            <a:ext cx="4114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100" spc="-1" strike="noStrike">
                <a:solidFill>
                  <a:srgbClr val="93a3ba"/>
                </a:solidFill>
                <a:latin typeface="Noto Sans KR"/>
                <a:ea typeface="Noto Sans KR"/>
              </a:rPr>
              <a:t>보고서 출력 → 안전 이동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0"/>
          <p:cNvSpPr/>
          <p:nvPr/>
        </p:nvSpPr>
        <p:spPr>
          <a:xfrm>
            <a:off x="502920" y="475560"/>
            <a:ext cx="63720" cy="237240"/>
          </a:xfrm>
          <a:prstGeom prst="rect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Text 1"/>
          <p:cNvSpPr/>
          <p:nvPr/>
        </p:nvSpPr>
        <p:spPr>
          <a:xfrm>
            <a:off x="685800" y="4572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99" strike="noStrike">
                <a:solidFill>
                  <a:srgbClr val="2dd4bf"/>
                </a:solidFill>
                <a:latin typeface="Noto Sans KR"/>
                <a:ea typeface="Noto Sans KR"/>
              </a:rPr>
              <a:t>03  ·  WORKFLOW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Text 2"/>
          <p:cNvSpPr/>
          <p:nvPr/>
        </p:nvSpPr>
        <p:spPr>
          <a:xfrm>
            <a:off x="475560" y="786240"/>
            <a:ext cx="109724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4000" spc="-1" strike="noStrike">
                <a:solidFill>
                  <a:srgbClr val="e6edf6"/>
                </a:solidFill>
                <a:latin typeface="Noto Sans KR"/>
                <a:ea typeface="Noto Sans KR"/>
              </a:rPr>
              <a:t>안전 </a:t>
            </a:r>
            <a:r>
              <a:rPr b="1" lang="en-US" sz="4000" spc="-1" strike="noStrike">
                <a:solidFill>
                  <a:srgbClr val="e6edf6"/>
                </a:solidFill>
                <a:latin typeface="Noto Sans KR"/>
                <a:ea typeface="Noto Sans KR"/>
              </a:rPr>
              <a:t>3</a:t>
            </a:r>
            <a:r>
              <a:rPr b="1" lang="zh-CN" sz="4000" spc="-1" strike="noStrike">
                <a:solidFill>
                  <a:srgbClr val="e6edf6"/>
                </a:solidFill>
                <a:latin typeface="Noto Sans KR"/>
                <a:ea typeface="Noto Sans KR"/>
              </a:rPr>
              <a:t>단계 워크플로우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Text 3"/>
          <p:cNvSpPr/>
          <p:nvPr/>
        </p:nvSpPr>
        <p:spPr>
          <a:xfrm>
            <a:off x="502920" y="1664280"/>
            <a:ext cx="11155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93a3ba"/>
                </a:solidFill>
                <a:latin typeface="Noto Sans KR"/>
                <a:ea typeface="Noto Sans KR"/>
              </a:rPr>
              <a:t>analyze → apply → undo — </a:t>
            </a:r>
            <a:r>
              <a:rPr b="0" lang="zh-CN" sz="1450" spc="-1" strike="noStrike">
                <a:solidFill>
                  <a:srgbClr val="93a3ba"/>
                </a:solidFill>
                <a:latin typeface="Noto Sans KR"/>
                <a:ea typeface="Noto Sans KR"/>
              </a:rPr>
              <a:t>토큰으로 묶인</a:t>
            </a:r>
            <a:r>
              <a:rPr b="0" lang="en-US" sz="1450" spc="-1" strike="noStrike">
                <a:solidFill>
                  <a:srgbClr val="93a3ba"/>
                </a:solidFill>
                <a:latin typeface="Noto Sans KR"/>
                <a:ea typeface="Noto Sans KR"/>
              </a:rPr>
              <a:t>, </a:t>
            </a:r>
            <a:r>
              <a:rPr b="0" lang="zh-CN" sz="1450" spc="-1" strike="noStrike">
                <a:solidFill>
                  <a:srgbClr val="93a3ba"/>
                </a:solidFill>
                <a:latin typeface="Noto Sans KR"/>
                <a:ea typeface="Noto Sans KR"/>
              </a:rPr>
              <a:t>검토된 계획만 실행됩니다</a:t>
            </a: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Text 4"/>
          <p:cNvSpPr/>
          <p:nvPr/>
        </p:nvSpPr>
        <p:spPr>
          <a:xfrm>
            <a:off x="10881360" y="384120"/>
            <a:ext cx="1005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7" strike="noStrike">
                <a:solidFill>
                  <a:srgbClr val="93a3ba"/>
                </a:solidFill>
                <a:latin typeface="Noto Sans KR"/>
                <a:ea typeface="Noto Sans KR"/>
              </a:rPr>
              <a:t>04</a:t>
            </a:r>
            <a:r>
              <a:rPr b="0" lang="en-US" sz="1100" spc="97" strike="noStrike">
                <a:solidFill>
                  <a:srgbClr val="566983"/>
                </a:solidFill>
                <a:latin typeface="Noto Sans KR"/>
                <a:ea typeface="Noto Sans KR"/>
              </a:rPr>
              <a:t>  / 13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Text 5"/>
          <p:cNvSpPr/>
          <p:nvPr/>
        </p:nvSpPr>
        <p:spPr>
          <a:xfrm>
            <a:off x="502920" y="641916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248" strike="noStrike">
                <a:solidFill>
                  <a:srgbClr val="33455e"/>
                </a:solidFill>
                <a:latin typeface="Noto Sans KR"/>
                <a:ea typeface="Noto Sans KR"/>
              </a:rPr>
              <a:t>DOWNLOADORGANIZER  ·  SAFE-BY-DESIGN FILE AUTOMATION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" name="Shape 6"/>
          <p:cNvSpPr/>
          <p:nvPr/>
        </p:nvSpPr>
        <p:spPr>
          <a:xfrm>
            <a:off x="502920" y="2286000"/>
            <a:ext cx="3702960" cy="2971440"/>
          </a:xfrm>
          <a:prstGeom prst="rect">
            <a:avLst/>
          </a:prstGeom>
          <a:solidFill>
            <a:srgbClr val="111f33"/>
          </a:solidFill>
          <a:ln w="12700">
            <a:solidFill>
              <a:srgbClr val="1f34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" name="Shape 7"/>
          <p:cNvSpPr/>
          <p:nvPr/>
        </p:nvSpPr>
        <p:spPr>
          <a:xfrm>
            <a:off x="502920" y="2286000"/>
            <a:ext cx="3702960" cy="63720"/>
          </a:xfrm>
          <a:prstGeom prst="rect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Text 8"/>
          <p:cNvSpPr/>
          <p:nvPr/>
        </p:nvSpPr>
        <p:spPr>
          <a:xfrm>
            <a:off x="777240" y="2468880"/>
            <a:ext cx="11883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rgbClr val="5eead4"/>
                </a:solidFill>
                <a:latin typeface="Noto Sans KR"/>
                <a:ea typeface="Noto Sans KR"/>
              </a:rPr>
              <a:t>01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Shape 9"/>
          <p:cNvSpPr/>
          <p:nvPr/>
        </p:nvSpPr>
        <p:spPr>
          <a:xfrm>
            <a:off x="3337560" y="2541960"/>
            <a:ext cx="502560" cy="502560"/>
          </a:xfrm>
          <a:prstGeom prst="roundRect">
            <a:avLst>
              <a:gd name="adj" fmla="val 10909"/>
            </a:avLst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7" name="Image 0" descr="/home/claude/icons/search_white.png"/>
          <p:cNvPicPr/>
          <p:nvPr/>
        </p:nvPicPr>
        <p:blipFill>
          <a:blip r:embed="rId1"/>
          <a:stretch/>
        </p:blipFill>
        <p:spPr>
          <a:xfrm>
            <a:off x="3456360" y="2660760"/>
            <a:ext cx="264960" cy="264960"/>
          </a:xfrm>
          <a:prstGeom prst="rect">
            <a:avLst/>
          </a:prstGeom>
          <a:ln w="0">
            <a:noFill/>
          </a:ln>
        </p:spPr>
      </p:pic>
      <p:sp>
        <p:nvSpPr>
          <p:cNvPr id="148" name="Text 10"/>
          <p:cNvSpPr/>
          <p:nvPr/>
        </p:nvSpPr>
        <p:spPr>
          <a:xfrm>
            <a:off x="795600" y="310896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299" strike="noStrike">
                <a:solidFill>
                  <a:srgbClr val="2dd4bf"/>
                </a:solidFill>
                <a:latin typeface="Noto Sans KR"/>
                <a:ea typeface="Noto Sans KR"/>
              </a:rPr>
              <a:t>ANALYZE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" name="Text 11"/>
          <p:cNvSpPr/>
          <p:nvPr/>
        </p:nvSpPr>
        <p:spPr>
          <a:xfrm>
            <a:off x="777240" y="3310200"/>
            <a:ext cx="3245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900" spc="-1" strike="noStrike">
                <a:solidFill>
                  <a:srgbClr val="e6edf6"/>
                </a:solidFill>
                <a:latin typeface="Noto Sans KR"/>
                <a:ea typeface="Noto Sans KR"/>
              </a:rPr>
              <a:t>분석 </a:t>
            </a:r>
            <a:r>
              <a:rPr b="1" lang="en-US" sz="1900" spc="-1" strike="noStrike">
                <a:solidFill>
                  <a:srgbClr val="e6edf6"/>
                </a:solidFill>
                <a:latin typeface="Noto Sans KR"/>
                <a:ea typeface="Noto Sans KR"/>
              </a:rPr>
              <a:t>(</a:t>
            </a:r>
            <a:r>
              <a:rPr b="1" lang="zh-CN" sz="1900" spc="-1" strike="noStrike">
                <a:solidFill>
                  <a:srgbClr val="e6edf6"/>
                </a:solidFill>
                <a:latin typeface="Noto Sans KR"/>
                <a:ea typeface="Noto Sans KR"/>
              </a:rPr>
              <a:t>미리보기</a:t>
            </a:r>
            <a:r>
              <a:rPr b="1" lang="en-US" sz="1900" spc="-1" strike="noStrike">
                <a:solidFill>
                  <a:srgbClr val="e6edf6"/>
                </a:solidFill>
                <a:latin typeface="Noto Sans KR"/>
                <a:ea typeface="Noto Sans KR"/>
              </a:rPr>
              <a:t>)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" name="Shape 12"/>
          <p:cNvSpPr/>
          <p:nvPr/>
        </p:nvSpPr>
        <p:spPr>
          <a:xfrm>
            <a:off x="777240" y="3730680"/>
            <a:ext cx="3154320" cy="292320"/>
          </a:xfrm>
          <a:prstGeom prst="roundRect">
            <a:avLst>
              <a:gd name="adj" fmla="val 9375"/>
            </a:avLst>
          </a:prstGeom>
          <a:solidFill>
            <a:srgbClr val="0a1421"/>
          </a:solidFill>
          <a:ln w="9525">
            <a:solidFill>
              <a:srgbClr val="2236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Text 13"/>
          <p:cNvSpPr/>
          <p:nvPr/>
        </p:nvSpPr>
        <p:spPr>
          <a:xfrm>
            <a:off x="887040" y="3730680"/>
            <a:ext cx="2971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5eead4"/>
                </a:solidFill>
                <a:latin typeface="DejaVu Sans Mono"/>
                <a:ea typeface="DejaVu Sans Mono"/>
              </a:rPr>
              <a:t>analyze --scan-root ...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" name="Text 14"/>
          <p:cNvSpPr/>
          <p:nvPr/>
        </p:nvSpPr>
        <p:spPr>
          <a:xfrm>
            <a:off x="777240" y="4133160"/>
            <a:ext cx="3200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2dd4bf"/>
                </a:solidFill>
                <a:latin typeface="Noto Sans KR"/>
                <a:ea typeface="Noto Sans KR"/>
              </a:rPr>
              <a:t>● </a:t>
            </a:r>
            <a:r>
              <a:rPr b="0" lang="zh-CN" sz="1050" spc="-1" strike="noStrike">
                <a:solidFill>
                  <a:srgbClr val="c2cedd"/>
                </a:solidFill>
                <a:latin typeface="Noto Sans KR"/>
                <a:ea typeface="Noto Sans KR"/>
              </a:rPr>
              <a:t>분류</a:t>
            </a:r>
            <a:r>
              <a:rPr b="0" lang="en-US" sz="1050" spc="-1" strike="noStrike">
                <a:solidFill>
                  <a:srgbClr val="c2cedd"/>
                </a:solidFill>
                <a:latin typeface="Noto Sans KR"/>
                <a:ea typeface="Noto Sans KR"/>
              </a:rPr>
              <a:t>·</a:t>
            </a:r>
            <a:r>
              <a:rPr b="0" lang="zh-CN" sz="1050" spc="-1" strike="noStrike">
                <a:solidFill>
                  <a:srgbClr val="c2cedd"/>
                </a:solidFill>
                <a:latin typeface="Noto Sans KR"/>
                <a:ea typeface="Noto Sans KR"/>
              </a:rPr>
              <a:t>중복</a:t>
            </a:r>
            <a:r>
              <a:rPr b="0" lang="en-US" sz="1050" spc="-1" strike="noStrike">
                <a:solidFill>
                  <a:srgbClr val="c2cedd"/>
                </a:solidFill>
                <a:latin typeface="Noto Sans KR"/>
                <a:ea typeface="Noto Sans KR"/>
              </a:rPr>
              <a:t>·</a:t>
            </a:r>
            <a:r>
              <a:rPr b="0" lang="zh-CN" sz="1050" spc="-1" strike="noStrike">
                <a:solidFill>
                  <a:srgbClr val="c2cedd"/>
                </a:solidFill>
                <a:latin typeface="Noto Sans KR"/>
                <a:ea typeface="Noto Sans KR"/>
              </a:rPr>
              <a:t>오래된 파일 미리보기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" name="Text 15"/>
          <p:cNvSpPr/>
          <p:nvPr/>
        </p:nvSpPr>
        <p:spPr>
          <a:xfrm>
            <a:off x="777240" y="4425840"/>
            <a:ext cx="3200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2dd4bf"/>
                </a:solidFill>
                <a:latin typeface="Noto Sans KR"/>
                <a:ea typeface="Noto Sans KR"/>
              </a:rPr>
              <a:t>● </a:t>
            </a:r>
            <a:r>
              <a:rPr b="0" lang="en-US" sz="1050" spc="-1" strike="noStrike">
                <a:solidFill>
                  <a:srgbClr val="c2cedd"/>
                </a:solidFill>
                <a:latin typeface="Noto Sans KR"/>
                <a:ea typeface="Noto Sans KR"/>
              </a:rPr>
              <a:t>MD · HTML · Excel </a:t>
            </a:r>
            <a:r>
              <a:rPr b="0" lang="zh-CN" sz="1050" spc="-1" strike="noStrike">
                <a:solidFill>
                  <a:srgbClr val="c2cedd"/>
                </a:solidFill>
                <a:latin typeface="Noto Sans KR"/>
                <a:ea typeface="Noto Sans KR"/>
              </a:rPr>
              <a:t>보고서 생성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" name="Text 16"/>
          <p:cNvSpPr/>
          <p:nvPr/>
        </p:nvSpPr>
        <p:spPr>
          <a:xfrm>
            <a:off x="777240" y="4718160"/>
            <a:ext cx="3200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2dd4bf"/>
                </a:solidFill>
                <a:latin typeface="Noto Sans KR"/>
                <a:ea typeface="Noto Sans KR"/>
              </a:rPr>
              <a:t>● </a:t>
            </a:r>
            <a:r>
              <a:rPr b="0" lang="en-US" sz="1050" spc="-1" strike="noStrike">
                <a:solidFill>
                  <a:srgbClr val="c2cedd"/>
                </a:solidFill>
                <a:latin typeface="Noto Sans KR"/>
                <a:ea typeface="Noto Sans KR"/>
              </a:rPr>
              <a:t>12</a:t>
            </a:r>
            <a:r>
              <a:rPr b="0" lang="zh-CN" sz="1050" spc="-1" strike="noStrike">
                <a:solidFill>
                  <a:srgbClr val="c2cedd"/>
                </a:solidFill>
                <a:latin typeface="Noto Sans KR"/>
                <a:ea typeface="Noto Sans KR"/>
              </a:rPr>
              <a:t>자리 계획 토큰</a:t>
            </a:r>
            <a:r>
              <a:rPr b="0" lang="en-US" sz="1050" spc="-1" strike="noStrike">
                <a:solidFill>
                  <a:srgbClr val="c2cedd"/>
                </a:solidFill>
                <a:latin typeface="Noto Sans KR"/>
                <a:ea typeface="Noto Sans KR"/>
              </a:rPr>
              <a:t>(plan token) </a:t>
            </a:r>
            <a:r>
              <a:rPr b="0" lang="zh-CN" sz="1050" spc="-1" strike="noStrike">
                <a:solidFill>
                  <a:srgbClr val="c2cedd"/>
                </a:solidFill>
                <a:latin typeface="Noto Sans KR"/>
                <a:ea typeface="Noto Sans KR"/>
              </a:rPr>
              <a:t>발급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" name="Shape 17"/>
          <p:cNvSpPr/>
          <p:nvPr/>
        </p:nvSpPr>
        <p:spPr>
          <a:xfrm>
            <a:off x="4224600" y="2286000"/>
            <a:ext cx="3702960" cy="2971440"/>
          </a:xfrm>
          <a:prstGeom prst="rect">
            <a:avLst/>
          </a:prstGeom>
          <a:solidFill>
            <a:srgbClr val="111f33"/>
          </a:solidFill>
          <a:ln w="12700">
            <a:solidFill>
              <a:srgbClr val="1f34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Shape 18"/>
          <p:cNvSpPr/>
          <p:nvPr/>
        </p:nvSpPr>
        <p:spPr>
          <a:xfrm>
            <a:off x="4224600" y="2286000"/>
            <a:ext cx="3702960" cy="63720"/>
          </a:xfrm>
          <a:prstGeom prst="rect">
            <a:avLst/>
          </a:prstGeom>
          <a:solidFill>
            <a:srgbClr val="f488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Text 19"/>
          <p:cNvSpPr/>
          <p:nvPr/>
        </p:nvSpPr>
        <p:spPr>
          <a:xfrm>
            <a:off x="4498920" y="2468880"/>
            <a:ext cx="11883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rgbClr val="fb923c"/>
                </a:solidFill>
                <a:latin typeface="Noto Sans KR"/>
                <a:ea typeface="Noto Sans KR"/>
              </a:rPr>
              <a:t>02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" name="Shape 20"/>
          <p:cNvSpPr/>
          <p:nvPr/>
        </p:nvSpPr>
        <p:spPr>
          <a:xfrm>
            <a:off x="7059240" y="2541960"/>
            <a:ext cx="502560" cy="502560"/>
          </a:xfrm>
          <a:prstGeom prst="roundRect">
            <a:avLst>
              <a:gd name="adj" fmla="val 10909"/>
            </a:avLst>
          </a:prstGeom>
          <a:solidFill>
            <a:srgbClr val="f488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9" name="Image 1" descr="/home/claude/icons/move_white.png"/>
          <p:cNvPicPr/>
          <p:nvPr/>
        </p:nvPicPr>
        <p:blipFill>
          <a:blip r:embed="rId2"/>
          <a:stretch/>
        </p:blipFill>
        <p:spPr>
          <a:xfrm>
            <a:off x="7178040" y="2660760"/>
            <a:ext cx="264960" cy="264960"/>
          </a:xfrm>
          <a:prstGeom prst="rect">
            <a:avLst/>
          </a:prstGeom>
          <a:ln w="0">
            <a:noFill/>
          </a:ln>
        </p:spPr>
      </p:pic>
      <p:sp>
        <p:nvSpPr>
          <p:cNvPr id="160" name="Text 21"/>
          <p:cNvSpPr/>
          <p:nvPr/>
        </p:nvSpPr>
        <p:spPr>
          <a:xfrm>
            <a:off x="4517280" y="310896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299" strike="noStrike">
                <a:solidFill>
                  <a:srgbClr val="f4883c"/>
                </a:solidFill>
                <a:latin typeface="Noto Sans KR"/>
                <a:ea typeface="Noto Sans KR"/>
              </a:rPr>
              <a:t>APPLY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" name="Text 22"/>
          <p:cNvSpPr/>
          <p:nvPr/>
        </p:nvSpPr>
        <p:spPr>
          <a:xfrm>
            <a:off x="4498920" y="3310200"/>
            <a:ext cx="3245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900" spc="-1" strike="noStrike">
                <a:solidFill>
                  <a:srgbClr val="e6edf6"/>
                </a:solidFill>
                <a:latin typeface="Noto Sans KR"/>
                <a:ea typeface="Noto Sans KR"/>
              </a:rPr>
              <a:t>적용 </a:t>
            </a:r>
            <a:r>
              <a:rPr b="1" lang="en-US" sz="1900" spc="-1" strike="noStrike">
                <a:solidFill>
                  <a:srgbClr val="e6edf6"/>
                </a:solidFill>
                <a:latin typeface="Noto Sans KR"/>
                <a:ea typeface="Noto Sans KR"/>
              </a:rPr>
              <a:t>(</a:t>
            </a:r>
            <a:r>
              <a:rPr b="1" lang="zh-CN" sz="1900" spc="-1" strike="noStrike">
                <a:solidFill>
                  <a:srgbClr val="e6edf6"/>
                </a:solidFill>
                <a:latin typeface="Noto Sans KR"/>
                <a:ea typeface="Noto Sans KR"/>
              </a:rPr>
              <a:t>이동</a:t>
            </a:r>
            <a:r>
              <a:rPr b="1" lang="en-US" sz="1900" spc="-1" strike="noStrike">
                <a:solidFill>
                  <a:srgbClr val="e6edf6"/>
                </a:solidFill>
                <a:latin typeface="Noto Sans KR"/>
                <a:ea typeface="Noto Sans KR"/>
              </a:rPr>
              <a:t>)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Shape 23"/>
          <p:cNvSpPr/>
          <p:nvPr/>
        </p:nvSpPr>
        <p:spPr>
          <a:xfrm>
            <a:off x="4498920" y="3730680"/>
            <a:ext cx="3154320" cy="292320"/>
          </a:xfrm>
          <a:prstGeom prst="roundRect">
            <a:avLst>
              <a:gd name="adj" fmla="val 9375"/>
            </a:avLst>
          </a:prstGeom>
          <a:solidFill>
            <a:srgbClr val="0a1421"/>
          </a:solidFill>
          <a:ln w="9525">
            <a:solidFill>
              <a:srgbClr val="2236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" name="Text 24"/>
          <p:cNvSpPr/>
          <p:nvPr/>
        </p:nvSpPr>
        <p:spPr>
          <a:xfrm>
            <a:off x="4608720" y="3730680"/>
            <a:ext cx="2971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fb923c"/>
                </a:solidFill>
                <a:latin typeface="DejaVu Sans Mono"/>
                <a:ea typeface="DejaVu Sans Mono"/>
              </a:rPr>
              <a:t>apply --confirm-code &lt;TOKEN&gt;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" name="Text 25"/>
          <p:cNvSpPr/>
          <p:nvPr/>
        </p:nvSpPr>
        <p:spPr>
          <a:xfrm>
            <a:off x="4498920" y="4133160"/>
            <a:ext cx="3200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f4883c"/>
                </a:solidFill>
                <a:latin typeface="Noto Sans KR"/>
                <a:ea typeface="Noto Sans KR"/>
              </a:rPr>
              <a:t>● </a:t>
            </a:r>
            <a:r>
              <a:rPr b="0" lang="zh-CN" sz="1050" spc="-1" strike="noStrike">
                <a:solidFill>
                  <a:srgbClr val="c2cedd"/>
                </a:solidFill>
                <a:latin typeface="Noto Sans KR"/>
                <a:ea typeface="Noto Sans KR"/>
              </a:rPr>
              <a:t>토큰 없거나 틀리면 </a:t>
            </a:r>
            <a:r>
              <a:rPr b="0" lang="en-US" sz="1050" spc="-1" strike="noStrike">
                <a:solidFill>
                  <a:srgbClr val="c2cedd"/>
                </a:solidFill>
                <a:latin typeface="Noto Sans KR"/>
                <a:ea typeface="Noto Sans KR"/>
              </a:rPr>
              <a:t>100% </a:t>
            </a:r>
            <a:r>
              <a:rPr b="0" lang="zh-CN" sz="1050" spc="-1" strike="noStrike">
                <a:solidFill>
                  <a:srgbClr val="c2cedd"/>
                </a:solidFill>
                <a:latin typeface="Noto Sans KR"/>
                <a:ea typeface="Noto Sans KR"/>
              </a:rPr>
              <a:t>차단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5" name="Text 26"/>
          <p:cNvSpPr/>
          <p:nvPr/>
        </p:nvSpPr>
        <p:spPr>
          <a:xfrm>
            <a:off x="4498920" y="4425840"/>
            <a:ext cx="3200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f4883c"/>
                </a:solidFill>
                <a:latin typeface="Noto Sans KR"/>
                <a:ea typeface="Noto Sans KR"/>
              </a:rPr>
              <a:t>● </a:t>
            </a:r>
            <a:r>
              <a:rPr b="0" lang="zh-CN" sz="1050" spc="-1" strike="noStrike">
                <a:solidFill>
                  <a:srgbClr val="c2cedd"/>
                </a:solidFill>
                <a:latin typeface="Noto Sans KR"/>
                <a:ea typeface="Noto Sans KR"/>
              </a:rPr>
              <a:t>계획이 바뀌면 토큰도 달라짐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" name="Text 27"/>
          <p:cNvSpPr/>
          <p:nvPr/>
        </p:nvSpPr>
        <p:spPr>
          <a:xfrm>
            <a:off x="4498920" y="4718160"/>
            <a:ext cx="3200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f4883c"/>
                </a:solidFill>
                <a:latin typeface="Noto Sans KR"/>
                <a:ea typeface="Noto Sans KR"/>
              </a:rPr>
              <a:t>● </a:t>
            </a:r>
            <a:r>
              <a:rPr b="0" lang="zh-CN" sz="1050" spc="-1" strike="noStrike">
                <a:solidFill>
                  <a:srgbClr val="c2cedd"/>
                </a:solidFill>
                <a:latin typeface="Noto Sans KR"/>
                <a:ea typeface="Noto Sans KR"/>
              </a:rPr>
              <a:t>한 건씩 이력</a:t>
            </a:r>
            <a:r>
              <a:rPr b="0" lang="en-US" sz="1050" spc="-1" strike="noStrike">
                <a:solidFill>
                  <a:srgbClr val="c2cedd"/>
                </a:solidFill>
                <a:latin typeface="Noto Sans KR"/>
                <a:ea typeface="Noto Sans KR"/>
              </a:rPr>
              <a:t>(history)</a:t>
            </a:r>
            <a:r>
              <a:rPr b="0" lang="zh-CN" sz="1050" spc="-1" strike="noStrike">
                <a:solidFill>
                  <a:srgbClr val="c2cedd"/>
                </a:solidFill>
                <a:latin typeface="Noto Sans KR"/>
                <a:ea typeface="Noto Sans KR"/>
              </a:rPr>
              <a:t>에 기록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" name="Shape 28"/>
          <p:cNvSpPr/>
          <p:nvPr/>
        </p:nvSpPr>
        <p:spPr>
          <a:xfrm>
            <a:off x="7946280" y="2286000"/>
            <a:ext cx="3702960" cy="2971440"/>
          </a:xfrm>
          <a:prstGeom prst="rect">
            <a:avLst/>
          </a:prstGeom>
          <a:solidFill>
            <a:srgbClr val="111f33"/>
          </a:solidFill>
          <a:ln w="12700">
            <a:solidFill>
              <a:srgbClr val="1f34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" name="Shape 29"/>
          <p:cNvSpPr/>
          <p:nvPr/>
        </p:nvSpPr>
        <p:spPr>
          <a:xfrm>
            <a:off x="7946280" y="2286000"/>
            <a:ext cx="3702960" cy="63720"/>
          </a:xfrm>
          <a:prstGeom prst="rect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Text 30"/>
          <p:cNvSpPr/>
          <p:nvPr/>
        </p:nvSpPr>
        <p:spPr>
          <a:xfrm>
            <a:off x="8220600" y="2468880"/>
            <a:ext cx="11883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rgbClr val="bca4fb"/>
                </a:solidFill>
                <a:latin typeface="Noto Sans KR"/>
                <a:ea typeface="Noto Sans KR"/>
              </a:rPr>
              <a:t>03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" name="Shape 31"/>
          <p:cNvSpPr/>
          <p:nvPr/>
        </p:nvSpPr>
        <p:spPr>
          <a:xfrm>
            <a:off x="10780920" y="2541960"/>
            <a:ext cx="502560" cy="502560"/>
          </a:xfrm>
          <a:prstGeom prst="roundRect">
            <a:avLst>
              <a:gd name="adj" fmla="val 10909"/>
            </a:avLst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1" name="Image 2" descr="/home/claude/icons/undo_white.png"/>
          <p:cNvPicPr/>
          <p:nvPr/>
        </p:nvPicPr>
        <p:blipFill>
          <a:blip r:embed="rId3"/>
          <a:stretch/>
        </p:blipFill>
        <p:spPr>
          <a:xfrm>
            <a:off x="10899720" y="2660760"/>
            <a:ext cx="264960" cy="264960"/>
          </a:xfrm>
          <a:prstGeom prst="rect">
            <a:avLst/>
          </a:prstGeom>
          <a:ln w="0">
            <a:noFill/>
          </a:ln>
        </p:spPr>
      </p:pic>
      <p:sp>
        <p:nvSpPr>
          <p:cNvPr id="172" name="Text 32"/>
          <p:cNvSpPr/>
          <p:nvPr/>
        </p:nvSpPr>
        <p:spPr>
          <a:xfrm>
            <a:off x="8238600" y="310896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299" strike="noStrike">
                <a:solidFill>
                  <a:srgbClr val="a78bfa"/>
                </a:solidFill>
                <a:latin typeface="Noto Sans KR"/>
                <a:ea typeface="Noto Sans KR"/>
              </a:rPr>
              <a:t>UNDO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" name="Text 33"/>
          <p:cNvSpPr/>
          <p:nvPr/>
        </p:nvSpPr>
        <p:spPr>
          <a:xfrm>
            <a:off x="8220600" y="3310200"/>
            <a:ext cx="3245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900" spc="-1" strike="noStrike">
                <a:solidFill>
                  <a:srgbClr val="e6edf6"/>
                </a:solidFill>
                <a:latin typeface="Noto Sans KR"/>
                <a:ea typeface="Noto Sans KR"/>
              </a:rPr>
              <a:t>되돌리기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" name="Shape 34"/>
          <p:cNvSpPr/>
          <p:nvPr/>
        </p:nvSpPr>
        <p:spPr>
          <a:xfrm>
            <a:off x="8220600" y="3730680"/>
            <a:ext cx="3154320" cy="292320"/>
          </a:xfrm>
          <a:prstGeom prst="roundRect">
            <a:avLst>
              <a:gd name="adj" fmla="val 9375"/>
            </a:avLst>
          </a:prstGeom>
          <a:solidFill>
            <a:srgbClr val="0a1421"/>
          </a:solidFill>
          <a:ln w="9525">
            <a:solidFill>
              <a:srgbClr val="2236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" name="Text 35"/>
          <p:cNvSpPr/>
          <p:nvPr/>
        </p:nvSpPr>
        <p:spPr>
          <a:xfrm>
            <a:off x="8330040" y="3730680"/>
            <a:ext cx="2971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bca4fb"/>
                </a:solidFill>
                <a:latin typeface="DejaVu Sans Mono"/>
                <a:ea typeface="DejaVu Sans Mono"/>
              </a:rPr>
              <a:t>undo --history-file ... --preview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" name="Text 36"/>
          <p:cNvSpPr/>
          <p:nvPr/>
        </p:nvSpPr>
        <p:spPr>
          <a:xfrm>
            <a:off x="8220600" y="4133160"/>
            <a:ext cx="3200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78bfa"/>
                </a:solidFill>
                <a:latin typeface="Noto Sans KR"/>
                <a:ea typeface="Noto Sans KR"/>
              </a:rPr>
              <a:t>● </a:t>
            </a:r>
            <a:r>
              <a:rPr b="0" lang="zh-CN" sz="1050" spc="-1" strike="noStrike">
                <a:solidFill>
                  <a:srgbClr val="c2cedd"/>
                </a:solidFill>
                <a:latin typeface="Noto Sans KR"/>
                <a:ea typeface="Noto Sans KR"/>
              </a:rPr>
              <a:t>복원</a:t>
            </a:r>
            <a:r>
              <a:rPr b="0" lang="en-US" sz="1050" spc="-1" strike="noStrike">
                <a:solidFill>
                  <a:srgbClr val="c2cedd"/>
                </a:solidFill>
                <a:latin typeface="Noto Sans KR"/>
                <a:ea typeface="Noto Sans KR"/>
              </a:rPr>
              <a:t>/</a:t>
            </a:r>
            <a:r>
              <a:rPr b="0" lang="zh-CN" sz="1050" spc="-1" strike="noStrike">
                <a:solidFill>
                  <a:srgbClr val="c2cedd"/>
                </a:solidFill>
                <a:latin typeface="Noto Sans KR"/>
                <a:ea typeface="Noto Sans KR"/>
              </a:rPr>
              <a:t>건너뜀 사전 확인</a:t>
            </a:r>
            <a:r>
              <a:rPr b="0" lang="en-US" sz="1050" spc="-1" strike="noStrike">
                <a:solidFill>
                  <a:srgbClr val="c2cedd"/>
                </a:solidFill>
                <a:latin typeface="Noto Sans KR"/>
                <a:ea typeface="Noto Sans KR"/>
              </a:rPr>
              <a:t>(preview)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" name="Text 37"/>
          <p:cNvSpPr/>
          <p:nvPr/>
        </p:nvSpPr>
        <p:spPr>
          <a:xfrm>
            <a:off x="8220600" y="4425840"/>
            <a:ext cx="3200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78bfa"/>
                </a:solidFill>
                <a:latin typeface="Noto Sans KR"/>
                <a:ea typeface="Noto Sans KR"/>
              </a:rPr>
              <a:t>● </a:t>
            </a:r>
            <a:r>
              <a:rPr b="0" lang="zh-CN" sz="1050" spc="-1" strike="noStrike">
                <a:solidFill>
                  <a:srgbClr val="c2cedd"/>
                </a:solidFill>
                <a:latin typeface="Noto Sans KR"/>
                <a:ea typeface="Noto Sans KR"/>
              </a:rPr>
              <a:t>원위치 점유 시 덮어쓰지 않고 건너뜀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" name="Text 38"/>
          <p:cNvSpPr/>
          <p:nvPr/>
        </p:nvSpPr>
        <p:spPr>
          <a:xfrm>
            <a:off x="8220600" y="4718160"/>
            <a:ext cx="3200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78bfa"/>
                </a:solidFill>
                <a:latin typeface="Noto Sans KR"/>
                <a:ea typeface="Noto Sans KR"/>
              </a:rPr>
              <a:t>● </a:t>
            </a:r>
            <a:r>
              <a:rPr b="0" lang="zh-CN" sz="1050" spc="-1" strike="noStrike">
                <a:solidFill>
                  <a:srgbClr val="c2cedd"/>
                </a:solidFill>
                <a:latin typeface="Noto Sans KR"/>
                <a:ea typeface="Noto Sans KR"/>
              </a:rPr>
              <a:t>중간 실패에도 복원 가능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9" name="Shape 39"/>
          <p:cNvSpPr/>
          <p:nvPr/>
        </p:nvSpPr>
        <p:spPr>
          <a:xfrm>
            <a:off x="3822120" y="3611880"/>
            <a:ext cx="365400" cy="2923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3c557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" name="Shape 40"/>
          <p:cNvSpPr/>
          <p:nvPr/>
        </p:nvSpPr>
        <p:spPr>
          <a:xfrm>
            <a:off x="7543800" y="3611880"/>
            <a:ext cx="365400" cy="2923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3c557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1" name="Shape 41"/>
          <p:cNvSpPr/>
          <p:nvPr/>
        </p:nvSpPr>
        <p:spPr>
          <a:xfrm>
            <a:off x="502920" y="5440680"/>
            <a:ext cx="11155320" cy="639720"/>
          </a:xfrm>
          <a:prstGeom prst="rect">
            <a:avLst/>
          </a:prstGeom>
          <a:solidFill>
            <a:srgbClr val="13243b"/>
          </a:solidFill>
          <a:ln w="127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82" name="Image 3" descr="/home/claude/icons/key_teal.png"/>
          <p:cNvPicPr/>
          <p:nvPr/>
        </p:nvPicPr>
        <p:blipFill>
          <a:blip r:embed="rId4"/>
          <a:stretch/>
        </p:blipFill>
        <p:spPr>
          <a:xfrm>
            <a:off x="713160" y="560520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183" name="Text 42"/>
          <p:cNvSpPr/>
          <p:nvPr/>
        </p:nvSpPr>
        <p:spPr>
          <a:xfrm>
            <a:off x="1097280" y="544068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250" spc="-1" strike="noStrike">
                <a:solidFill>
                  <a:srgbClr val="5eead4"/>
                </a:solidFill>
                <a:latin typeface="Noto Sans KR"/>
                <a:ea typeface="Noto Sans KR"/>
              </a:rPr>
              <a:t>계획 토큰</a:t>
            </a:r>
            <a:r>
              <a:rPr b="1" lang="en-US" sz="1250" spc="-1" strike="noStrike">
                <a:solidFill>
                  <a:srgbClr val="5eead4"/>
                </a:solidFill>
                <a:latin typeface="Noto Sans KR"/>
                <a:ea typeface="Noto Sans KR"/>
              </a:rPr>
              <a:t>(plan token)</a:t>
            </a:r>
            <a:r>
              <a:rPr b="0" lang="en-US" sz="1250" spc="-1" strike="noStrike">
                <a:solidFill>
                  <a:srgbClr val="c2cedd"/>
                </a:solidFill>
                <a:latin typeface="Noto Sans KR"/>
                <a:ea typeface="Noto Sans KR"/>
              </a:rPr>
              <a:t> = </a:t>
            </a:r>
            <a:r>
              <a:rPr b="0" lang="zh-CN" sz="1250" spc="-1" strike="noStrike">
                <a:solidFill>
                  <a:srgbClr val="c2cedd"/>
                </a:solidFill>
                <a:latin typeface="Noto Sans KR"/>
                <a:ea typeface="Noto Sans KR"/>
              </a:rPr>
              <a:t>이동 계획의 </a:t>
            </a:r>
            <a:r>
              <a:rPr b="0" lang="en-US" sz="1250" spc="-1" strike="noStrike">
                <a:solidFill>
                  <a:srgbClr val="c2cedd"/>
                </a:solidFill>
                <a:latin typeface="Noto Sans KR"/>
                <a:ea typeface="Noto Sans KR"/>
              </a:rPr>
              <a:t>SHA-256 </a:t>
            </a:r>
            <a:r>
              <a:rPr b="0" lang="zh-CN" sz="1250" spc="-1" strike="noStrike">
                <a:solidFill>
                  <a:srgbClr val="c2cedd"/>
                </a:solidFill>
                <a:latin typeface="Noto Sans KR"/>
                <a:ea typeface="Noto Sans KR"/>
              </a:rPr>
              <a:t>지문 → 검토하지 않았거나 폴더가 바뀐 </a:t>
            </a:r>
            <a:r>
              <a:rPr b="1" lang="zh-CN" sz="1250" spc="-1" strike="noStrike">
                <a:solidFill>
                  <a:srgbClr val="e6edf6"/>
                </a:solidFill>
                <a:latin typeface="Noto Sans KR"/>
                <a:ea typeface="Noto Sans KR"/>
              </a:rPr>
              <a:t>오래된 계획은 실수로도 적용 불가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Shape 0"/>
          <p:cNvSpPr/>
          <p:nvPr/>
        </p:nvSpPr>
        <p:spPr>
          <a:xfrm>
            <a:off x="502920" y="475560"/>
            <a:ext cx="63720" cy="237240"/>
          </a:xfrm>
          <a:prstGeom prst="rect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Text 1"/>
          <p:cNvSpPr/>
          <p:nvPr/>
        </p:nvSpPr>
        <p:spPr>
          <a:xfrm>
            <a:off x="685800" y="4572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99" strike="noStrike">
                <a:solidFill>
                  <a:srgbClr val="2dd4bf"/>
                </a:solidFill>
                <a:latin typeface="Noto Sans KR"/>
                <a:ea typeface="Noto Sans KR"/>
              </a:rPr>
              <a:t>04  ·  CLASSIFICATION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" name="Text 2"/>
          <p:cNvSpPr/>
          <p:nvPr/>
        </p:nvSpPr>
        <p:spPr>
          <a:xfrm>
            <a:off x="475560" y="786240"/>
            <a:ext cx="109724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4000" spc="-1" strike="noStrike">
                <a:solidFill>
                  <a:srgbClr val="e6edf6"/>
                </a:solidFill>
                <a:latin typeface="Noto Sans KR"/>
                <a:ea typeface="Noto Sans KR"/>
              </a:rPr>
              <a:t>파일 분석</a:t>
            </a:r>
            <a:r>
              <a:rPr b="1" lang="en-US" sz="4000" spc="-1" strike="noStrike">
                <a:solidFill>
                  <a:srgbClr val="e6edf6"/>
                </a:solidFill>
                <a:latin typeface="Noto Sans KR"/>
                <a:ea typeface="Noto Sans KR"/>
              </a:rPr>
              <a:t>·</a:t>
            </a:r>
            <a:r>
              <a:rPr b="1" lang="zh-CN" sz="4000" spc="-1" strike="noStrike">
                <a:solidFill>
                  <a:srgbClr val="e6edf6"/>
                </a:solidFill>
                <a:latin typeface="Noto Sans KR"/>
                <a:ea typeface="Noto Sans KR"/>
              </a:rPr>
              <a:t>분류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" name="Text 3"/>
          <p:cNvSpPr/>
          <p:nvPr/>
        </p:nvSpPr>
        <p:spPr>
          <a:xfrm>
            <a:off x="502920" y="1664280"/>
            <a:ext cx="11155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450" spc="-1" strike="noStrike">
                <a:solidFill>
                  <a:srgbClr val="93a3ba"/>
                </a:solidFill>
                <a:latin typeface="Noto Sans KR"/>
                <a:ea typeface="Noto Sans KR"/>
              </a:rPr>
              <a:t>확장자 기반 </a:t>
            </a:r>
            <a:r>
              <a:rPr b="0" lang="en-US" sz="1450" spc="-1" strike="noStrike">
                <a:solidFill>
                  <a:srgbClr val="93a3ba"/>
                </a:solidFill>
                <a:latin typeface="Noto Sans KR"/>
                <a:ea typeface="Noto Sans KR"/>
              </a:rPr>
              <a:t>8</a:t>
            </a:r>
            <a:r>
              <a:rPr b="0" lang="zh-CN" sz="1450" spc="-1" strike="noStrike">
                <a:solidFill>
                  <a:srgbClr val="93a3ba"/>
                </a:solidFill>
                <a:latin typeface="Noto Sans KR"/>
                <a:ea typeface="Noto Sans KR"/>
              </a:rPr>
              <a:t>개 유형 자동 분류 </a:t>
            </a:r>
            <a:r>
              <a:rPr b="0" lang="en-US" sz="1450" spc="-1" strike="noStrike">
                <a:solidFill>
                  <a:srgbClr val="93a3ba"/>
                </a:solidFill>
                <a:latin typeface="Noto Sans KR"/>
                <a:ea typeface="Noto Sans KR"/>
              </a:rPr>
              <a:t>+ </a:t>
            </a:r>
            <a:r>
              <a:rPr b="0" lang="zh-CN" sz="1450" spc="-1" strike="noStrike">
                <a:solidFill>
                  <a:srgbClr val="93a3ba"/>
                </a:solidFill>
                <a:latin typeface="Noto Sans KR"/>
                <a:ea typeface="Noto Sans KR"/>
              </a:rPr>
              <a:t>날짜별 하위 폴더 </a:t>
            </a:r>
            <a:r>
              <a:rPr b="0" lang="en-US" sz="1450" spc="-1" strike="noStrike">
                <a:solidFill>
                  <a:srgbClr val="93a3ba"/>
                </a:solidFill>
                <a:latin typeface="Noto Sans KR"/>
                <a:ea typeface="Noto Sans KR"/>
              </a:rPr>
              <a:t>+ </a:t>
            </a:r>
            <a:r>
              <a:rPr b="0" lang="zh-CN" sz="1450" spc="-1" strike="noStrike">
                <a:solidFill>
                  <a:srgbClr val="93a3ba"/>
                </a:solidFill>
                <a:latin typeface="Noto Sans KR"/>
                <a:ea typeface="Noto Sans KR"/>
              </a:rPr>
              <a:t>선택적 적용</a:t>
            </a: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8" name="Text 4"/>
          <p:cNvSpPr/>
          <p:nvPr/>
        </p:nvSpPr>
        <p:spPr>
          <a:xfrm>
            <a:off x="10881360" y="384120"/>
            <a:ext cx="1005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7" strike="noStrike">
                <a:solidFill>
                  <a:srgbClr val="93a3ba"/>
                </a:solidFill>
                <a:latin typeface="Noto Sans KR"/>
                <a:ea typeface="Noto Sans KR"/>
              </a:rPr>
              <a:t>05</a:t>
            </a:r>
            <a:r>
              <a:rPr b="0" lang="en-US" sz="1100" spc="97" strike="noStrike">
                <a:solidFill>
                  <a:srgbClr val="566983"/>
                </a:solidFill>
                <a:latin typeface="Noto Sans KR"/>
                <a:ea typeface="Noto Sans KR"/>
              </a:rPr>
              <a:t>  / 13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" name="Text 5"/>
          <p:cNvSpPr/>
          <p:nvPr/>
        </p:nvSpPr>
        <p:spPr>
          <a:xfrm>
            <a:off x="502920" y="641916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248" strike="noStrike">
                <a:solidFill>
                  <a:srgbClr val="33455e"/>
                </a:solidFill>
                <a:latin typeface="Noto Sans KR"/>
                <a:ea typeface="Noto Sans KR"/>
              </a:rPr>
              <a:t>DOWNLOADORGANIZER  ·  SAFE-BY-DESIGN FILE AUTOMATION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0" name="Shape 6"/>
          <p:cNvSpPr/>
          <p:nvPr/>
        </p:nvSpPr>
        <p:spPr>
          <a:xfrm>
            <a:off x="502920" y="2286000"/>
            <a:ext cx="2678760" cy="1371240"/>
          </a:xfrm>
          <a:prstGeom prst="rect">
            <a:avLst/>
          </a:prstGeom>
          <a:solidFill>
            <a:srgbClr val="111f33"/>
          </a:solidFill>
          <a:ln w="12700">
            <a:solidFill>
              <a:srgbClr val="1f34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" name="Shape 7"/>
          <p:cNvSpPr/>
          <p:nvPr/>
        </p:nvSpPr>
        <p:spPr>
          <a:xfrm>
            <a:off x="758880" y="2541960"/>
            <a:ext cx="456840" cy="456840"/>
          </a:xfrm>
          <a:prstGeom prst="roundRect">
            <a:avLst>
              <a:gd name="adj" fmla="val 12000"/>
            </a:avLst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2" name="Image 0" descr="/home/claude/icons/filealt_white.png"/>
          <p:cNvPicPr/>
          <p:nvPr/>
        </p:nvPicPr>
        <p:blipFill>
          <a:blip r:embed="rId1"/>
          <a:stretch/>
        </p:blipFill>
        <p:spPr>
          <a:xfrm>
            <a:off x="868680" y="2651760"/>
            <a:ext cx="237240" cy="237240"/>
          </a:xfrm>
          <a:prstGeom prst="rect">
            <a:avLst/>
          </a:prstGeom>
          <a:ln w="0">
            <a:noFill/>
          </a:ln>
        </p:spPr>
      </p:pic>
      <p:sp>
        <p:nvSpPr>
          <p:cNvPr id="193" name="Text 8"/>
          <p:cNvSpPr/>
          <p:nvPr/>
        </p:nvSpPr>
        <p:spPr>
          <a:xfrm>
            <a:off x="1371600" y="2523600"/>
            <a:ext cx="16729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e6edf6"/>
                </a:solidFill>
                <a:latin typeface="Noto Sans KR"/>
                <a:ea typeface="Noto Sans KR"/>
              </a:rPr>
              <a:t>documents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" name="Text 9"/>
          <p:cNvSpPr/>
          <p:nvPr/>
        </p:nvSpPr>
        <p:spPr>
          <a:xfrm>
            <a:off x="1371600" y="2834640"/>
            <a:ext cx="1672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93a3ba"/>
                </a:solidFill>
                <a:latin typeface="DejaVu Sans Mono"/>
                <a:ea typeface="DejaVu Sans Mono"/>
              </a:rPr>
              <a:t>pdf · docx · hwp · xlsx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" name="Shape 10"/>
          <p:cNvSpPr/>
          <p:nvPr/>
        </p:nvSpPr>
        <p:spPr>
          <a:xfrm>
            <a:off x="3300840" y="2286000"/>
            <a:ext cx="2678760" cy="1371240"/>
          </a:xfrm>
          <a:prstGeom prst="rect">
            <a:avLst/>
          </a:prstGeom>
          <a:solidFill>
            <a:srgbClr val="111f33"/>
          </a:solidFill>
          <a:ln w="12700">
            <a:solidFill>
              <a:srgbClr val="1f34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" name="Shape 11"/>
          <p:cNvSpPr/>
          <p:nvPr/>
        </p:nvSpPr>
        <p:spPr>
          <a:xfrm>
            <a:off x="3557160" y="2541960"/>
            <a:ext cx="456840" cy="456840"/>
          </a:xfrm>
          <a:prstGeom prst="roundRect">
            <a:avLst>
              <a:gd name="adj" fmla="val 12000"/>
            </a:avLst>
          </a:prstGeom>
          <a:solidFill>
            <a:srgbClr val="5b9b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97" name="Image 1" descr="/home/claude/icons/image_white.png"/>
          <p:cNvPicPr/>
          <p:nvPr/>
        </p:nvPicPr>
        <p:blipFill>
          <a:blip r:embed="rId2"/>
          <a:stretch/>
        </p:blipFill>
        <p:spPr>
          <a:xfrm>
            <a:off x="3666600" y="2651760"/>
            <a:ext cx="237240" cy="237240"/>
          </a:xfrm>
          <a:prstGeom prst="rect">
            <a:avLst/>
          </a:prstGeom>
          <a:ln w="0">
            <a:noFill/>
          </a:ln>
        </p:spPr>
      </p:pic>
      <p:sp>
        <p:nvSpPr>
          <p:cNvPr id="198" name="Text 12"/>
          <p:cNvSpPr/>
          <p:nvPr/>
        </p:nvSpPr>
        <p:spPr>
          <a:xfrm>
            <a:off x="4169520" y="2523600"/>
            <a:ext cx="16729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e6edf6"/>
                </a:solidFill>
                <a:latin typeface="Noto Sans KR"/>
                <a:ea typeface="Noto Sans KR"/>
              </a:rPr>
              <a:t>images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" name="Text 13"/>
          <p:cNvSpPr/>
          <p:nvPr/>
        </p:nvSpPr>
        <p:spPr>
          <a:xfrm>
            <a:off x="4169520" y="2834640"/>
            <a:ext cx="1672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93a3ba"/>
                </a:solidFill>
                <a:latin typeface="DejaVu Sans Mono"/>
                <a:ea typeface="DejaVu Sans Mono"/>
              </a:rPr>
              <a:t>jpg · png · gif · svg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" name="Shape 14"/>
          <p:cNvSpPr/>
          <p:nvPr/>
        </p:nvSpPr>
        <p:spPr>
          <a:xfrm>
            <a:off x="6099120" y="2286000"/>
            <a:ext cx="2678760" cy="1371240"/>
          </a:xfrm>
          <a:prstGeom prst="rect">
            <a:avLst/>
          </a:prstGeom>
          <a:solidFill>
            <a:srgbClr val="111f33"/>
          </a:solidFill>
          <a:ln w="12700">
            <a:solidFill>
              <a:srgbClr val="1f34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" name="Shape 15"/>
          <p:cNvSpPr/>
          <p:nvPr/>
        </p:nvSpPr>
        <p:spPr>
          <a:xfrm>
            <a:off x="6355080" y="2541960"/>
            <a:ext cx="456840" cy="456840"/>
          </a:xfrm>
          <a:prstGeom prst="roundRect">
            <a:avLst>
              <a:gd name="adj" fmla="val 12000"/>
            </a:avLst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2" name="Image 2" descr="/home/claude/icons/film_white.png"/>
          <p:cNvPicPr/>
          <p:nvPr/>
        </p:nvPicPr>
        <p:blipFill>
          <a:blip r:embed="rId3"/>
          <a:stretch/>
        </p:blipFill>
        <p:spPr>
          <a:xfrm>
            <a:off x="6464880" y="2651760"/>
            <a:ext cx="237240" cy="237240"/>
          </a:xfrm>
          <a:prstGeom prst="rect">
            <a:avLst/>
          </a:prstGeom>
          <a:ln w="0">
            <a:noFill/>
          </a:ln>
        </p:spPr>
      </p:pic>
      <p:sp>
        <p:nvSpPr>
          <p:cNvPr id="203" name="Text 16"/>
          <p:cNvSpPr/>
          <p:nvPr/>
        </p:nvSpPr>
        <p:spPr>
          <a:xfrm>
            <a:off x="6967800" y="2523600"/>
            <a:ext cx="16729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e6edf6"/>
                </a:solidFill>
                <a:latin typeface="Noto Sans KR"/>
                <a:ea typeface="Noto Sans KR"/>
              </a:rPr>
              <a:t>videos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4" name="Text 17"/>
          <p:cNvSpPr/>
          <p:nvPr/>
        </p:nvSpPr>
        <p:spPr>
          <a:xfrm>
            <a:off x="6967800" y="2834640"/>
            <a:ext cx="1672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93a3ba"/>
                </a:solidFill>
                <a:latin typeface="DejaVu Sans Mono"/>
                <a:ea typeface="DejaVu Sans Mono"/>
              </a:rPr>
              <a:t>mp4 · mkv · mov · avi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5" name="Shape 18"/>
          <p:cNvSpPr/>
          <p:nvPr/>
        </p:nvSpPr>
        <p:spPr>
          <a:xfrm>
            <a:off x="8897040" y="2286000"/>
            <a:ext cx="2678760" cy="1371240"/>
          </a:xfrm>
          <a:prstGeom prst="rect">
            <a:avLst/>
          </a:prstGeom>
          <a:solidFill>
            <a:srgbClr val="111f33"/>
          </a:solidFill>
          <a:ln w="12700">
            <a:solidFill>
              <a:srgbClr val="1f34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" name="Shape 19"/>
          <p:cNvSpPr/>
          <p:nvPr/>
        </p:nvSpPr>
        <p:spPr>
          <a:xfrm>
            <a:off x="9153000" y="2541960"/>
            <a:ext cx="456840" cy="456840"/>
          </a:xfrm>
          <a:prstGeom prst="roundRect">
            <a:avLst>
              <a:gd name="adj" fmla="val 12000"/>
            </a:avLst>
          </a:prstGeom>
          <a:solidFill>
            <a:srgbClr val="f488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7" name="Image 3" descr="/home/claude/icons/music_white.png"/>
          <p:cNvPicPr/>
          <p:nvPr/>
        </p:nvPicPr>
        <p:blipFill>
          <a:blip r:embed="rId4"/>
          <a:stretch/>
        </p:blipFill>
        <p:spPr>
          <a:xfrm>
            <a:off x="9262800" y="2651760"/>
            <a:ext cx="237240" cy="237240"/>
          </a:xfrm>
          <a:prstGeom prst="rect">
            <a:avLst/>
          </a:prstGeom>
          <a:ln w="0">
            <a:noFill/>
          </a:ln>
        </p:spPr>
      </p:pic>
      <p:sp>
        <p:nvSpPr>
          <p:cNvPr id="208" name="Text 20"/>
          <p:cNvSpPr/>
          <p:nvPr/>
        </p:nvSpPr>
        <p:spPr>
          <a:xfrm>
            <a:off x="9765720" y="2523600"/>
            <a:ext cx="16729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e6edf6"/>
                </a:solidFill>
                <a:latin typeface="Noto Sans KR"/>
                <a:ea typeface="Noto Sans KR"/>
              </a:rPr>
              <a:t>audio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9" name="Text 21"/>
          <p:cNvSpPr/>
          <p:nvPr/>
        </p:nvSpPr>
        <p:spPr>
          <a:xfrm>
            <a:off x="9765720" y="2834640"/>
            <a:ext cx="1672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93a3ba"/>
                </a:solidFill>
                <a:latin typeface="DejaVu Sans Mono"/>
                <a:ea typeface="DejaVu Sans Mono"/>
              </a:rPr>
              <a:t>mp3 · wav · flac · m4a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0" name="Shape 22"/>
          <p:cNvSpPr/>
          <p:nvPr/>
        </p:nvSpPr>
        <p:spPr>
          <a:xfrm>
            <a:off x="502920" y="3822120"/>
            <a:ext cx="2678760" cy="1371240"/>
          </a:xfrm>
          <a:prstGeom prst="rect">
            <a:avLst/>
          </a:prstGeom>
          <a:solidFill>
            <a:srgbClr val="111f33"/>
          </a:solidFill>
          <a:ln w="12700">
            <a:solidFill>
              <a:srgbClr val="1f34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1" name="Shape 23"/>
          <p:cNvSpPr/>
          <p:nvPr/>
        </p:nvSpPr>
        <p:spPr>
          <a:xfrm>
            <a:off x="758880" y="4078080"/>
            <a:ext cx="456840" cy="456840"/>
          </a:xfrm>
          <a:prstGeom prst="roundRect">
            <a:avLst>
              <a:gd name="adj" fmla="val 12000"/>
            </a:avLst>
          </a:prstGeom>
          <a:solidFill>
            <a:srgbClr val="f5c1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2" name="Image 4" descr="/home/claude/icons/archive_white.png"/>
          <p:cNvPicPr/>
          <p:nvPr/>
        </p:nvPicPr>
        <p:blipFill>
          <a:blip r:embed="rId5"/>
          <a:stretch/>
        </p:blipFill>
        <p:spPr>
          <a:xfrm>
            <a:off x="868680" y="4187880"/>
            <a:ext cx="237240" cy="237240"/>
          </a:xfrm>
          <a:prstGeom prst="rect">
            <a:avLst/>
          </a:prstGeom>
          <a:ln w="0">
            <a:noFill/>
          </a:ln>
        </p:spPr>
      </p:pic>
      <p:sp>
        <p:nvSpPr>
          <p:cNvPr id="213" name="Text 24"/>
          <p:cNvSpPr/>
          <p:nvPr/>
        </p:nvSpPr>
        <p:spPr>
          <a:xfrm>
            <a:off x="1371600" y="4060080"/>
            <a:ext cx="16729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e6edf6"/>
                </a:solidFill>
                <a:latin typeface="Noto Sans KR"/>
                <a:ea typeface="Noto Sans KR"/>
              </a:rPr>
              <a:t>archives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" name="Text 25"/>
          <p:cNvSpPr/>
          <p:nvPr/>
        </p:nvSpPr>
        <p:spPr>
          <a:xfrm>
            <a:off x="1371600" y="4370760"/>
            <a:ext cx="1672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93a3ba"/>
                </a:solidFill>
                <a:latin typeface="DejaVu Sans Mono"/>
                <a:ea typeface="DejaVu Sans Mono"/>
              </a:rPr>
              <a:t>zip · rar · 7z · tar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5" name="Shape 26"/>
          <p:cNvSpPr/>
          <p:nvPr/>
        </p:nvSpPr>
        <p:spPr>
          <a:xfrm>
            <a:off x="3300840" y="3822120"/>
            <a:ext cx="2678760" cy="1371240"/>
          </a:xfrm>
          <a:prstGeom prst="rect">
            <a:avLst/>
          </a:prstGeom>
          <a:solidFill>
            <a:srgbClr val="111f33"/>
          </a:solidFill>
          <a:ln w="12700">
            <a:solidFill>
              <a:srgbClr val="1f34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6" name="Shape 27"/>
          <p:cNvSpPr/>
          <p:nvPr/>
        </p:nvSpPr>
        <p:spPr>
          <a:xfrm>
            <a:off x="3557160" y="4078080"/>
            <a:ext cx="456840" cy="456840"/>
          </a:xfrm>
          <a:prstGeom prst="roundRect">
            <a:avLst>
              <a:gd name="adj" fmla="val 12000"/>
            </a:avLst>
          </a:prstGeom>
          <a:solidFill>
            <a:srgbClr val="ee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17" name="Image 5" descr="/home/claude/icons/cog_white.png"/>
          <p:cNvPicPr/>
          <p:nvPr/>
        </p:nvPicPr>
        <p:blipFill>
          <a:blip r:embed="rId6"/>
          <a:stretch/>
        </p:blipFill>
        <p:spPr>
          <a:xfrm>
            <a:off x="3666600" y="4187880"/>
            <a:ext cx="237240" cy="237240"/>
          </a:xfrm>
          <a:prstGeom prst="rect">
            <a:avLst/>
          </a:prstGeom>
          <a:ln w="0">
            <a:noFill/>
          </a:ln>
        </p:spPr>
      </p:pic>
      <p:sp>
        <p:nvSpPr>
          <p:cNvPr id="218" name="Text 28"/>
          <p:cNvSpPr/>
          <p:nvPr/>
        </p:nvSpPr>
        <p:spPr>
          <a:xfrm>
            <a:off x="4169520" y="4060080"/>
            <a:ext cx="16729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e6edf6"/>
                </a:solidFill>
                <a:latin typeface="Noto Sans KR"/>
                <a:ea typeface="Noto Sans KR"/>
              </a:rPr>
              <a:t>executables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9" name="Text 29"/>
          <p:cNvSpPr/>
          <p:nvPr/>
        </p:nvSpPr>
        <p:spPr>
          <a:xfrm>
            <a:off x="4169520" y="4370760"/>
            <a:ext cx="1672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93a3ba"/>
                </a:solidFill>
                <a:latin typeface="DejaVu Sans Mono"/>
                <a:ea typeface="DejaVu Sans Mono"/>
              </a:rPr>
              <a:t>exe · msi · bat · ps1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0" name="Shape 30"/>
          <p:cNvSpPr/>
          <p:nvPr/>
        </p:nvSpPr>
        <p:spPr>
          <a:xfrm>
            <a:off x="6099120" y="3822120"/>
            <a:ext cx="2678760" cy="1371240"/>
          </a:xfrm>
          <a:prstGeom prst="rect">
            <a:avLst/>
          </a:prstGeom>
          <a:solidFill>
            <a:srgbClr val="111f33"/>
          </a:solidFill>
          <a:ln w="12700">
            <a:solidFill>
              <a:srgbClr val="1f34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1" name="Shape 31"/>
          <p:cNvSpPr/>
          <p:nvPr/>
        </p:nvSpPr>
        <p:spPr>
          <a:xfrm>
            <a:off x="6355080" y="4078080"/>
            <a:ext cx="456840" cy="456840"/>
          </a:xfrm>
          <a:prstGeom prst="roundRect">
            <a:avLst>
              <a:gd name="adj" fmla="val 12000"/>
            </a:avLst>
          </a:prstGeom>
          <a:solidFill>
            <a:srgbClr val="5eea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2" name="Image 6" descr="/home/claude/icons/code_white.png"/>
          <p:cNvPicPr/>
          <p:nvPr/>
        </p:nvPicPr>
        <p:blipFill>
          <a:blip r:embed="rId7"/>
          <a:stretch/>
        </p:blipFill>
        <p:spPr>
          <a:xfrm>
            <a:off x="6464880" y="4187880"/>
            <a:ext cx="237240" cy="237240"/>
          </a:xfrm>
          <a:prstGeom prst="rect">
            <a:avLst/>
          </a:prstGeom>
          <a:ln w="0">
            <a:noFill/>
          </a:ln>
        </p:spPr>
      </p:pic>
      <p:sp>
        <p:nvSpPr>
          <p:cNvPr id="223" name="Text 32"/>
          <p:cNvSpPr/>
          <p:nvPr/>
        </p:nvSpPr>
        <p:spPr>
          <a:xfrm>
            <a:off x="6967800" y="4060080"/>
            <a:ext cx="16729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e6edf6"/>
                </a:solidFill>
                <a:latin typeface="Noto Sans KR"/>
                <a:ea typeface="Noto Sans KR"/>
              </a:rPr>
              <a:t>code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4" name="Text 33"/>
          <p:cNvSpPr/>
          <p:nvPr/>
        </p:nvSpPr>
        <p:spPr>
          <a:xfrm>
            <a:off x="6967800" y="4370760"/>
            <a:ext cx="1672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93a3ba"/>
                </a:solidFill>
                <a:latin typeface="DejaVu Sans Mono"/>
                <a:ea typeface="DejaVu Sans Mono"/>
              </a:rPr>
              <a:t>py · js · ts · ipynb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5" name="Shape 34"/>
          <p:cNvSpPr/>
          <p:nvPr/>
        </p:nvSpPr>
        <p:spPr>
          <a:xfrm>
            <a:off x="8897040" y="3822120"/>
            <a:ext cx="2678760" cy="1371240"/>
          </a:xfrm>
          <a:prstGeom prst="rect">
            <a:avLst/>
          </a:prstGeom>
          <a:solidFill>
            <a:srgbClr val="111f33"/>
          </a:solidFill>
          <a:ln w="12700">
            <a:solidFill>
              <a:srgbClr val="1f34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6" name="Shape 35"/>
          <p:cNvSpPr/>
          <p:nvPr/>
        </p:nvSpPr>
        <p:spPr>
          <a:xfrm>
            <a:off x="9153000" y="4078080"/>
            <a:ext cx="456840" cy="456840"/>
          </a:xfrm>
          <a:prstGeom prst="roundRect">
            <a:avLst>
              <a:gd name="adj" fmla="val 12000"/>
            </a:avLst>
          </a:prstGeom>
          <a:solidFill>
            <a:srgbClr val="8fa0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7" name="Image 7" descr="/home/claude/icons/folder_white.png"/>
          <p:cNvPicPr/>
          <p:nvPr/>
        </p:nvPicPr>
        <p:blipFill>
          <a:blip r:embed="rId8"/>
          <a:stretch/>
        </p:blipFill>
        <p:spPr>
          <a:xfrm>
            <a:off x="9262800" y="4187880"/>
            <a:ext cx="237240" cy="237240"/>
          </a:xfrm>
          <a:prstGeom prst="rect">
            <a:avLst/>
          </a:prstGeom>
          <a:ln w="0">
            <a:noFill/>
          </a:ln>
        </p:spPr>
      </p:pic>
      <p:sp>
        <p:nvSpPr>
          <p:cNvPr id="228" name="Text 36"/>
          <p:cNvSpPr/>
          <p:nvPr/>
        </p:nvSpPr>
        <p:spPr>
          <a:xfrm>
            <a:off x="9765720" y="4060080"/>
            <a:ext cx="16729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e6edf6"/>
                </a:solidFill>
                <a:latin typeface="Noto Sans KR"/>
                <a:ea typeface="Noto Sans KR"/>
              </a:rPr>
              <a:t>others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9" name="Text 37"/>
          <p:cNvSpPr/>
          <p:nvPr/>
        </p:nvSpPr>
        <p:spPr>
          <a:xfrm>
            <a:off x="9765720" y="4370760"/>
            <a:ext cx="1672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900" spc="-1" strike="noStrike">
                <a:solidFill>
                  <a:srgbClr val="93a3ba"/>
                </a:solidFill>
                <a:latin typeface="DejaVu Sans Mono"/>
                <a:ea typeface="DejaVu Sans Mono"/>
              </a:rPr>
              <a:t>그 외 모든 확장자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0" name="Shape 38"/>
          <p:cNvSpPr/>
          <p:nvPr/>
        </p:nvSpPr>
        <p:spPr>
          <a:xfrm>
            <a:off x="502920" y="5394960"/>
            <a:ext cx="3657240" cy="658080"/>
          </a:xfrm>
          <a:prstGeom prst="rect">
            <a:avLst/>
          </a:prstGeom>
          <a:solidFill>
            <a:srgbClr val="13243b"/>
          </a:solidFill>
          <a:ln w="12700">
            <a:solidFill>
              <a:srgbClr val="1f34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31" name="Image 8" descr="/home/claude/icons/sliders_teal.png"/>
          <p:cNvPicPr/>
          <p:nvPr/>
        </p:nvPicPr>
        <p:blipFill>
          <a:blip r:embed="rId9"/>
          <a:stretch/>
        </p:blipFill>
        <p:spPr>
          <a:xfrm>
            <a:off x="731520" y="5596200"/>
            <a:ext cx="255600" cy="255600"/>
          </a:xfrm>
          <a:prstGeom prst="rect">
            <a:avLst/>
          </a:prstGeom>
          <a:ln w="0">
            <a:noFill/>
          </a:ln>
        </p:spPr>
      </p:pic>
      <p:sp>
        <p:nvSpPr>
          <p:cNvPr id="232" name="Text 39"/>
          <p:cNvSpPr/>
          <p:nvPr/>
        </p:nvSpPr>
        <p:spPr>
          <a:xfrm>
            <a:off x="1124640" y="5468040"/>
            <a:ext cx="2925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250" spc="-1" strike="noStrike">
                <a:solidFill>
                  <a:srgbClr val="e6edf6"/>
                </a:solidFill>
                <a:latin typeface="Noto Sans KR"/>
                <a:ea typeface="Noto Sans KR"/>
              </a:rPr>
              <a:t>날짜별 분류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3" name="Text 40"/>
          <p:cNvSpPr/>
          <p:nvPr/>
        </p:nvSpPr>
        <p:spPr>
          <a:xfrm>
            <a:off x="1124640" y="5733360"/>
            <a:ext cx="29257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3a3ba"/>
                </a:solidFill>
                <a:latin typeface="Noto Sans KR"/>
                <a:ea typeface="Noto Sans KR"/>
              </a:rPr>
              <a:t>none · year · month → documents/2025/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4" name="Shape 41"/>
          <p:cNvSpPr/>
          <p:nvPr/>
        </p:nvSpPr>
        <p:spPr>
          <a:xfrm>
            <a:off x="4270320" y="5394960"/>
            <a:ext cx="3657240" cy="658080"/>
          </a:xfrm>
          <a:prstGeom prst="rect">
            <a:avLst/>
          </a:prstGeom>
          <a:solidFill>
            <a:srgbClr val="13243b"/>
          </a:solidFill>
          <a:ln w="12700">
            <a:solidFill>
              <a:srgbClr val="1f34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35" name="Image 9" descr="/home/claude/icons/checkc_teal.png"/>
          <p:cNvPicPr/>
          <p:nvPr/>
        </p:nvPicPr>
        <p:blipFill>
          <a:blip r:embed="rId10"/>
          <a:stretch/>
        </p:blipFill>
        <p:spPr>
          <a:xfrm>
            <a:off x="4498920" y="5596200"/>
            <a:ext cx="255600" cy="255600"/>
          </a:xfrm>
          <a:prstGeom prst="rect">
            <a:avLst/>
          </a:prstGeom>
          <a:ln w="0">
            <a:noFill/>
          </a:ln>
        </p:spPr>
      </p:pic>
      <p:sp>
        <p:nvSpPr>
          <p:cNvPr id="236" name="Text 42"/>
          <p:cNvSpPr/>
          <p:nvPr/>
        </p:nvSpPr>
        <p:spPr>
          <a:xfrm>
            <a:off x="4892040" y="5468040"/>
            <a:ext cx="2925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250" spc="-1" strike="noStrike">
                <a:solidFill>
                  <a:srgbClr val="e6edf6"/>
                </a:solidFill>
                <a:latin typeface="Noto Sans KR"/>
                <a:ea typeface="Noto Sans KR"/>
              </a:rPr>
              <a:t>선택적 적용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7" name="Text 43"/>
          <p:cNvSpPr/>
          <p:nvPr/>
        </p:nvSpPr>
        <p:spPr>
          <a:xfrm>
            <a:off x="4892040" y="5733360"/>
            <a:ext cx="29257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950" spc="-1" strike="noStrike">
                <a:solidFill>
                  <a:srgbClr val="93a3ba"/>
                </a:solidFill>
                <a:latin typeface="Noto Sans KR"/>
                <a:ea typeface="Noto Sans KR"/>
              </a:rPr>
              <a:t>분류</a:t>
            </a:r>
            <a:r>
              <a:rPr b="0" lang="en-US" sz="950" spc="-1" strike="noStrike">
                <a:solidFill>
                  <a:srgbClr val="93a3ba"/>
                </a:solidFill>
                <a:latin typeface="Noto Sans KR"/>
                <a:ea typeface="Noto Sans KR"/>
              </a:rPr>
              <a:t>·</a:t>
            </a:r>
            <a:r>
              <a:rPr b="0" lang="zh-CN" sz="950" spc="-1" strike="noStrike">
                <a:solidFill>
                  <a:srgbClr val="93a3ba"/>
                </a:solidFill>
                <a:latin typeface="Noto Sans KR"/>
                <a:ea typeface="Noto Sans KR"/>
              </a:rPr>
              <a:t>파일 단위로 일부만 이동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8" name="Shape 44"/>
          <p:cNvSpPr/>
          <p:nvPr/>
        </p:nvSpPr>
        <p:spPr>
          <a:xfrm>
            <a:off x="8037720" y="5394960"/>
            <a:ext cx="3657240" cy="658080"/>
          </a:xfrm>
          <a:prstGeom prst="rect">
            <a:avLst/>
          </a:prstGeom>
          <a:solidFill>
            <a:srgbClr val="13243b"/>
          </a:solidFill>
          <a:ln w="12700">
            <a:solidFill>
              <a:srgbClr val="1f34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39" name="Image 10" descr="/home/claude/icons/search_teal.png"/>
          <p:cNvPicPr/>
          <p:nvPr/>
        </p:nvPicPr>
        <p:blipFill>
          <a:blip r:embed="rId11"/>
          <a:stretch/>
        </p:blipFill>
        <p:spPr>
          <a:xfrm>
            <a:off x="8266320" y="5596200"/>
            <a:ext cx="255600" cy="255600"/>
          </a:xfrm>
          <a:prstGeom prst="rect">
            <a:avLst/>
          </a:prstGeom>
          <a:ln w="0">
            <a:noFill/>
          </a:ln>
        </p:spPr>
      </p:pic>
      <p:sp>
        <p:nvSpPr>
          <p:cNvPr id="240" name="Text 45"/>
          <p:cNvSpPr/>
          <p:nvPr/>
        </p:nvSpPr>
        <p:spPr>
          <a:xfrm>
            <a:off x="8659440" y="5468040"/>
            <a:ext cx="2925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250" spc="-1" strike="noStrike">
                <a:solidFill>
                  <a:srgbClr val="e6edf6"/>
                </a:solidFill>
                <a:latin typeface="Noto Sans KR"/>
                <a:ea typeface="Noto Sans KR"/>
              </a:rPr>
              <a:t>재귀 스캔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1" name="Text 46"/>
          <p:cNvSpPr/>
          <p:nvPr/>
        </p:nvSpPr>
        <p:spPr>
          <a:xfrm>
            <a:off x="8659440" y="5733360"/>
            <a:ext cx="29257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3a3ba"/>
                </a:solidFill>
                <a:latin typeface="Noto Sans KR"/>
                <a:ea typeface="Noto Sans KR"/>
              </a:rPr>
              <a:t>--recursive + </a:t>
            </a:r>
            <a:r>
              <a:rPr b="0" lang="zh-CN" sz="950" spc="-1" strike="noStrike">
                <a:solidFill>
                  <a:srgbClr val="93a3ba"/>
                </a:solidFill>
                <a:latin typeface="Noto Sans KR"/>
                <a:ea typeface="Noto Sans KR"/>
              </a:rPr>
              <a:t>폴더 제외</a:t>
            </a:r>
            <a:r>
              <a:rPr b="0" lang="en-US" sz="950" spc="-1" strike="noStrike">
                <a:solidFill>
                  <a:srgbClr val="93a3ba"/>
                </a:solidFill>
                <a:latin typeface="Noto Sans KR"/>
                <a:ea typeface="Noto Sans KR"/>
              </a:rPr>
              <a:t>, </a:t>
            </a:r>
            <a:r>
              <a:rPr b="0" lang="zh-CN" sz="950" spc="-1" strike="noStrike">
                <a:solidFill>
                  <a:srgbClr val="93a3ba"/>
                </a:solidFill>
                <a:latin typeface="Noto Sans KR"/>
                <a:ea typeface="Noto Sans KR"/>
              </a:rPr>
              <a:t>분류폴더 자동 제외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Shape 0"/>
          <p:cNvSpPr/>
          <p:nvPr/>
        </p:nvSpPr>
        <p:spPr>
          <a:xfrm>
            <a:off x="502920" y="475560"/>
            <a:ext cx="63720" cy="237240"/>
          </a:xfrm>
          <a:prstGeom prst="rect">
            <a:avLst/>
          </a:prstGeom>
          <a:solidFill>
            <a:srgbClr val="f488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Text 1"/>
          <p:cNvSpPr/>
          <p:nvPr/>
        </p:nvSpPr>
        <p:spPr>
          <a:xfrm>
            <a:off x="685800" y="4572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99" strike="noStrike">
                <a:solidFill>
                  <a:srgbClr val="f4883c"/>
                </a:solidFill>
                <a:latin typeface="Noto Sans KR"/>
                <a:ea typeface="Noto Sans KR"/>
              </a:rPr>
              <a:t>05  ·  DETECTION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4" name="Text 2"/>
          <p:cNvSpPr/>
          <p:nvPr/>
        </p:nvSpPr>
        <p:spPr>
          <a:xfrm>
            <a:off x="475560" y="786240"/>
            <a:ext cx="109724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4000" spc="-1" strike="noStrike">
                <a:solidFill>
                  <a:srgbClr val="e6edf6"/>
                </a:solidFill>
                <a:latin typeface="Noto Sans KR"/>
                <a:ea typeface="Noto Sans KR"/>
              </a:rPr>
              <a:t>중복 </a:t>
            </a:r>
            <a:r>
              <a:rPr b="1" lang="en-US" sz="4000" spc="-1" strike="noStrike">
                <a:solidFill>
                  <a:srgbClr val="e6edf6"/>
                </a:solidFill>
                <a:latin typeface="Noto Sans KR"/>
                <a:ea typeface="Noto Sans KR"/>
              </a:rPr>
              <a:t>· </a:t>
            </a:r>
            <a:r>
              <a:rPr b="1" lang="zh-CN" sz="4000" spc="-1" strike="noStrike">
                <a:solidFill>
                  <a:srgbClr val="e6edf6"/>
                </a:solidFill>
                <a:latin typeface="Noto Sans KR"/>
                <a:ea typeface="Noto Sans KR"/>
              </a:rPr>
              <a:t>오래된 파일 탐지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5" name="Text 3"/>
          <p:cNvSpPr/>
          <p:nvPr/>
        </p:nvSpPr>
        <p:spPr>
          <a:xfrm>
            <a:off x="502920" y="1664280"/>
            <a:ext cx="11155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93a3ba"/>
                </a:solidFill>
                <a:latin typeface="Noto Sans KR"/>
                <a:ea typeface="Noto Sans KR"/>
              </a:rPr>
              <a:t>2-pass </a:t>
            </a:r>
            <a:r>
              <a:rPr b="0" lang="zh-CN" sz="1450" spc="-1" strike="noStrike">
                <a:solidFill>
                  <a:srgbClr val="93a3ba"/>
                </a:solidFill>
                <a:latin typeface="Noto Sans KR"/>
                <a:ea typeface="Noto Sans KR"/>
              </a:rPr>
              <a:t>알고리즘 — 크기로 </a:t>
            </a:r>
            <a:r>
              <a:rPr b="0" lang="en-US" sz="1450" spc="-1" strike="noStrike">
                <a:solidFill>
                  <a:srgbClr val="93a3ba"/>
                </a:solidFill>
                <a:latin typeface="Noto Sans KR"/>
                <a:ea typeface="Noto Sans KR"/>
              </a:rPr>
              <a:t>1</a:t>
            </a:r>
            <a:r>
              <a:rPr b="0" lang="zh-CN" sz="1450" spc="-1" strike="noStrike">
                <a:solidFill>
                  <a:srgbClr val="93a3ba"/>
                </a:solidFill>
                <a:latin typeface="Noto Sans KR"/>
                <a:ea typeface="Noto Sans KR"/>
              </a:rPr>
              <a:t>차 그룹화 후 해시 비교</a:t>
            </a:r>
            <a:r>
              <a:rPr b="0" lang="en-US" sz="1450" spc="-1" strike="noStrike">
                <a:solidFill>
                  <a:srgbClr val="93a3ba"/>
                </a:solidFill>
                <a:latin typeface="Noto Sans KR"/>
                <a:ea typeface="Noto Sans KR"/>
              </a:rPr>
              <a:t>, </a:t>
            </a:r>
            <a:r>
              <a:rPr b="0" lang="zh-CN" sz="1450" spc="-1" strike="noStrike">
                <a:solidFill>
                  <a:srgbClr val="93a3ba"/>
                </a:solidFill>
                <a:latin typeface="Noto Sans KR"/>
                <a:ea typeface="Noto Sans KR"/>
              </a:rPr>
              <a:t>자동 삭제는 절대 없음</a:t>
            </a: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6" name="Text 4"/>
          <p:cNvSpPr/>
          <p:nvPr/>
        </p:nvSpPr>
        <p:spPr>
          <a:xfrm>
            <a:off x="10881360" y="384120"/>
            <a:ext cx="1005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7" strike="noStrike">
                <a:solidFill>
                  <a:srgbClr val="93a3ba"/>
                </a:solidFill>
                <a:latin typeface="Noto Sans KR"/>
                <a:ea typeface="Noto Sans KR"/>
              </a:rPr>
              <a:t>06</a:t>
            </a:r>
            <a:r>
              <a:rPr b="0" lang="en-US" sz="1100" spc="97" strike="noStrike">
                <a:solidFill>
                  <a:srgbClr val="566983"/>
                </a:solidFill>
                <a:latin typeface="Noto Sans KR"/>
                <a:ea typeface="Noto Sans KR"/>
              </a:rPr>
              <a:t>  / 13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7" name="Text 5"/>
          <p:cNvSpPr/>
          <p:nvPr/>
        </p:nvSpPr>
        <p:spPr>
          <a:xfrm>
            <a:off x="502920" y="641916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248" strike="noStrike">
                <a:solidFill>
                  <a:srgbClr val="33455e"/>
                </a:solidFill>
                <a:latin typeface="Noto Sans KR"/>
                <a:ea typeface="Noto Sans KR"/>
              </a:rPr>
              <a:t>DOWNLOADORGANIZER  ·  SAFE-BY-DESIGN FILE AUTOMATION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8" name="Shape 6"/>
          <p:cNvSpPr/>
          <p:nvPr/>
        </p:nvSpPr>
        <p:spPr>
          <a:xfrm>
            <a:off x="502920" y="2286000"/>
            <a:ext cx="7040520" cy="2148480"/>
          </a:xfrm>
          <a:prstGeom prst="rect">
            <a:avLst/>
          </a:prstGeom>
          <a:solidFill>
            <a:srgbClr val="111f33"/>
          </a:solidFill>
          <a:ln w="12700">
            <a:solidFill>
              <a:srgbClr val="1f34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9" name="Text 7"/>
          <p:cNvSpPr/>
          <p:nvPr/>
        </p:nvSpPr>
        <p:spPr>
          <a:xfrm>
            <a:off x="777240" y="246888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299" strike="noStrike">
                <a:solidFill>
                  <a:srgbClr val="6e83a2"/>
                </a:solidFill>
                <a:latin typeface="Noto Sans KR"/>
                <a:ea typeface="Noto Sans KR"/>
              </a:rPr>
              <a:t>2-PASS DUPLICATE DETECTION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0" name="Shape 8"/>
          <p:cNvSpPr/>
          <p:nvPr/>
        </p:nvSpPr>
        <p:spPr>
          <a:xfrm>
            <a:off x="868680" y="3063240"/>
            <a:ext cx="1416960" cy="776880"/>
          </a:xfrm>
          <a:prstGeom prst="roundRect">
            <a:avLst>
              <a:gd name="adj" fmla="val 5882"/>
            </a:avLst>
          </a:prstGeom>
          <a:solidFill>
            <a:srgbClr val="11213a"/>
          </a:solidFill>
          <a:ln w="15875">
            <a:solidFill>
              <a:srgbClr val="5c7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1" name="Text 9"/>
          <p:cNvSpPr/>
          <p:nvPr/>
        </p:nvSpPr>
        <p:spPr>
          <a:xfrm>
            <a:off x="868680" y="3191400"/>
            <a:ext cx="14169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250" spc="-1" strike="noStrike">
                <a:solidFill>
                  <a:srgbClr val="e6edf6"/>
                </a:solidFill>
                <a:latin typeface="Noto Sans KR"/>
                <a:ea typeface="Noto Sans KR"/>
              </a:rPr>
              <a:t>전체 파일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2" name="Text 10"/>
          <p:cNvSpPr/>
          <p:nvPr/>
        </p:nvSpPr>
        <p:spPr>
          <a:xfrm>
            <a:off x="868680" y="3483720"/>
            <a:ext cx="14169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c7088"/>
                </a:solidFill>
                <a:latin typeface="DejaVu Sans Mono"/>
                <a:ea typeface="DejaVu Sans Mono"/>
              </a:rPr>
              <a:t>scan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3" name="Shape 11"/>
          <p:cNvSpPr/>
          <p:nvPr/>
        </p:nvSpPr>
        <p:spPr>
          <a:xfrm>
            <a:off x="2304360" y="3337560"/>
            <a:ext cx="255600" cy="2192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3c557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4" name="Shape 12"/>
          <p:cNvSpPr/>
          <p:nvPr/>
        </p:nvSpPr>
        <p:spPr>
          <a:xfrm>
            <a:off x="2578680" y="3063240"/>
            <a:ext cx="1416960" cy="776880"/>
          </a:xfrm>
          <a:prstGeom prst="roundRect">
            <a:avLst>
              <a:gd name="adj" fmla="val 5882"/>
            </a:avLst>
          </a:prstGeom>
          <a:solidFill>
            <a:srgbClr val="11213a"/>
          </a:solidFill>
          <a:ln w="15875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5" name="Text 13"/>
          <p:cNvSpPr/>
          <p:nvPr/>
        </p:nvSpPr>
        <p:spPr>
          <a:xfrm>
            <a:off x="2578680" y="3191400"/>
            <a:ext cx="14169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250" spc="-1" strike="noStrike">
                <a:solidFill>
                  <a:srgbClr val="e6edf6"/>
                </a:solidFill>
                <a:latin typeface="Noto Sans KR"/>
                <a:ea typeface="Noto Sans KR"/>
              </a:rPr>
              <a:t>크기별 그룹화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6" name="Text 14"/>
          <p:cNvSpPr/>
          <p:nvPr/>
        </p:nvSpPr>
        <p:spPr>
          <a:xfrm>
            <a:off x="2578680" y="3483720"/>
            <a:ext cx="14169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2dd4bf"/>
                </a:solidFill>
                <a:latin typeface="DejaVu Sans Mono"/>
                <a:ea typeface="DejaVu Sans Mono"/>
              </a:rPr>
              <a:t>size group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7" name="Shape 15"/>
          <p:cNvSpPr/>
          <p:nvPr/>
        </p:nvSpPr>
        <p:spPr>
          <a:xfrm>
            <a:off x="4014360" y="3337560"/>
            <a:ext cx="255600" cy="2192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3c557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8" name="Shape 16"/>
          <p:cNvSpPr/>
          <p:nvPr/>
        </p:nvSpPr>
        <p:spPr>
          <a:xfrm>
            <a:off x="4288680" y="3063240"/>
            <a:ext cx="1416960" cy="776880"/>
          </a:xfrm>
          <a:prstGeom prst="roundRect">
            <a:avLst>
              <a:gd name="adj" fmla="val 5882"/>
            </a:avLst>
          </a:prstGeom>
          <a:solidFill>
            <a:srgbClr val="11213a"/>
          </a:solidFill>
          <a:ln w="15875">
            <a:solidFill>
              <a:srgbClr val="f488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9" name="Text 17"/>
          <p:cNvSpPr/>
          <p:nvPr/>
        </p:nvSpPr>
        <p:spPr>
          <a:xfrm>
            <a:off x="4288680" y="3191400"/>
            <a:ext cx="14169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250" spc="-1" strike="noStrike">
                <a:solidFill>
                  <a:srgbClr val="e6edf6"/>
                </a:solidFill>
                <a:latin typeface="Noto Sans KR"/>
                <a:ea typeface="Noto Sans KR"/>
              </a:rPr>
              <a:t>해시 비교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0" name="Text 18"/>
          <p:cNvSpPr/>
          <p:nvPr/>
        </p:nvSpPr>
        <p:spPr>
          <a:xfrm>
            <a:off x="4288680" y="3483720"/>
            <a:ext cx="14169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f4883c"/>
                </a:solidFill>
                <a:latin typeface="DejaVu Sans Mono"/>
                <a:ea typeface="DejaVu Sans Mono"/>
              </a:rPr>
              <a:t>SHA-256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1" name="Shape 19"/>
          <p:cNvSpPr/>
          <p:nvPr/>
        </p:nvSpPr>
        <p:spPr>
          <a:xfrm>
            <a:off x="5724000" y="3337560"/>
            <a:ext cx="255600" cy="2192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3c557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2" name="Shape 20"/>
          <p:cNvSpPr/>
          <p:nvPr/>
        </p:nvSpPr>
        <p:spPr>
          <a:xfrm>
            <a:off x="5998320" y="3063240"/>
            <a:ext cx="1416960" cy="776880"/>
          </a:xfrm>
          <a:prstGeom prst="roundRect">
            <a:avLst>
              <a:gd name="adj" fmla="val 5882"/>
            </a:avLst>
          </a:prstGeom>
          <a:solidFill>
            <a:srgbClr val="11213a"/>
          </a:solidFill>
          <a:ln w="15875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3" name="Text 21"/>
          <p:cNvSpPr/>
          <p:nvPr/>
        </p:nvSpPr>
        <p:spPr>
          <a:xfrm>
            <a:off x="5998320" y="3191400"/>
            <a:ext cx="14169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250" spc="-1" strike="noStrike">
                <a:solidFill>
                  <a:srgbClr val="e6edf6"/>
                </a:solidFill>
                <a:latin typeface="Noto Sans KR"/>
                <a:ea typeface="Noto Sans KR"/>
              </a:rPr>
              <a:t>중복 그룹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4" name="Text 22"/>
          <p:cNvSpPr/>
          <p:nvPr/>
        </p:nvSpPr>
        <p:spPr>
          <a:xfrm>
            <a:off x="5998320" y="3483720"/>
            <a:ext cx="14169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78bfa"/>
                </a:solidFill>
                <a:latin typeface="DejaVu Sans Mono"/>
                <a:ea typeface="DejaVu Sans Mono"/>
              </a:rPr>
              <a:t>candidates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5" name="Text 23"/>
          <p:cNvSpPr/>
          <p:nvPr/>
        </p:nvSpPr>
        <p:spPr>
          <a:xfrm>
            <a:off x="868680" y="4050720"/>
            <a:ext cx="6309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000" spc="-1" strike="noStrike">
                <a:solidFill>
                  <a:srgbClr val="93a3ba"/>
                </a:solidFill>
                <a:latin typeface="Noto Sans KR"/>
                <a:ea typeface="Noto Sans KR"/>
              </a:rPr>
              <a:t>같은 크기일 때만 해시 계산 — 고유 크기 파일은 해시하지 않아 빠릅니다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6" name="Shape 24"/>
          <p:cNvSpPr/>
          <p:nvPr/>
        </p:nvSpPr>
        <p:spPr>
          <a:xfrm>
            <a:off x="502920" y="4617720"/>
            <a:ext cx="3428640" cy="1371240"/>
          </a:xfrm>
          <a:prstGeom prst="rect">
            <a:avLst/>
          </a:prstGeom>
          <a:solidFill>
            <a:srgbClr val="0f2a26"/>
          </a:solidFill>
          <a:ln w="12700">
            <a:solidFill>
              <a:srgbClr val="1e4a4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7" name="Text 25"/>
          <p:cNvSpPr/>
          <p:nvPr/>
        </p:nvSpPr>
        <p:spPr>
          <a:xfrm>
            <a:off x="758880" y="4800600"/>
            <a:ext cx="3108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299" strike="noStrike">
                <a:solidFill>
                  <a:srgbClr val="2dd4bf"/>
                </a:solidFill>
                <a:latin typeface="Noto Sans KR"/>
                <a:ea typeface="Noto Sans KR"/>
              </a:rPr>
              <a:t>DUP MODE · STRICT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8" name="Text 26"/>
          <p:cNvSpPr/>
          <p:nvPr/>
        </p:nvSpPr>
        <p:spPr>
          <a:xfrm>
            <a:off x="758880" y="5056560"/>
            <a:ext cx="2925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500" spc="-1" strike="noStrike">
                <a:solidFill>
                  <a:srgbClr val="e6edf6"/>
                </a:solidFill>
                <a:latin typeface="Noto Sans KR"/>
                <a:ea typeface="Noto Sans KR"/>
              </a:rPr>
              <a:t>전체 </a:t>
            </a:r>
            <a:r>
              <a:rPr b="1" lang="en-US" sz="1500" spc="-1" strike="noStrike">
                <a:solidFill>
                  <a:srgbClr val="e6edf6"/>
                </a:solidFill>
                <a:latin typeface="Noto Sans KR"/>
                <a:ea typeface="Noto Sans KR"/>
              </a:rPr>
              <a:t>SHA-256 </a:t>
            </a:r>
            <a:r>
              <a:rPr b="1" lang="zh-CN" sz="1500" spc="-1" strike="noStrike">
                <a:solidFill>
                  <a:srgbClr val="e6edf6"/>
                </a:solidFill>
                <a:latin typeface="Noto Sans KR"/>
                <a:ea typeface="Noto Sans KR"/>
              </a:rPr>
              <a:t>해시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9" name="Text 27"/>
          <p:cNvSpPr/>
          <p:nvPr/>
        </p:nvSpPr>
        <p:spPr>
          <a:xfrm>
            <a:off x="758880" y="5403960"/>
            <a:ext cx="2925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100" spc="-1" strike="noStrike">
                <a:solidFill>
                  <a:srgbClr val="93a3ba"/>
                </a:solidFill>
                <a:latin typeface="Noto Sans KR"/>
                <a:ea typeface="Noto Sans KR"/>
              </a:rPr>
              <a:t>정확 </a:t>
            </a:r>
            <a:r>
              <a:rPr b="0" lang="en-US" sz="1100" spc="-1" strike="noStrike">
                <a:solidFill>
                  <a:srgbClr val="93a3ba"/>
                </a:solidFill>
                <a:latin typeface="Noto Sans KR"/>
                <a:ea typeface="Noto Sans KR"/>
              </a:rPr>
              <a:t>· </a:t>
            </a:r>
            <a:r>
              <a:rPr b="0" lang="zh-CN" sz="1100" spc="-1" strike="noStrike">
                <a:solidFill>
                  <a:srgbClr val="93a3ba"/>
                </a:solidFill>
                <a:latin typeface="Noto Sans KR"/>
                <a:ea typeface="Noto Sans KR"/>
              </a:rPr>
              <a:t>오탐 없음 </a:t>
            </a:r>
            <a:r>
              <a:rPr b="0" lang="en-US" sz="1100" spc="-1" strike="noStrike">
                <a:solidFill>
                  <a:srgbClr val="93a3ba"/>
                </a:solidFill>
                <a:latin typeface="Noto Sans KR"/>
                <a:ea typeface="Noto Sans KR"/>
              </a:rPr>
              <a:t>(</a:t>
            </a:r>
            <a:r>
              <a:rPr b="0" lang="zh-CN" sz="1100" spc="-1" strike="noStrike">
                <a:solidFill>
                  <a:srgbClr val="93a3ba"/>
                </a:solidFill>
                <a:latin typeface="Noto Sans KR"/>
                <a:ea typeface="Noto Sans KR"/>
              </a:rPr>
              <a:t>기본값</a:t>
            </a:r>
            <a:r>
              <a:rPr b="0" lang="en-US" sz="1100" spc="-1" strike="noStrike">
                <a:solidFill>
                  <a:srgbClr val="93a3ba"/>
                </a:solidFill>
                <a:latin typeface="Noto Sans KR"/>
                <a:ea typeface="Noto Sans KR"/>
              </a:rPr>
              <a:t>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0" name="Shape 28"/>
          <p:cNvSpPr/>
          <p:nvPr/>
        </p:nvSpPr>
        <p:spPr>
          <a:xfrm>
            <a:off x="4114800" y="4617720"/>
            <a:ext cx="3428640" cy="1371240"/>
          </a:xfrm>
          <a:prstGeom prst="rect">
            <a:avLst/>
          </a:prstGeom>
          <a:solidFill>
            <a:srgbClr val="2a1f10"/>
          </a:solidFill>
          <a:ln w="12700">
            <a:solidFill>
              <a:srgbClr val="5a45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1" name="Text 29"/>
          <p:cNvSpPr/>
          <p:nvPr/>
        </p:nvSpPr>
        <p:spPr>
          <a:xfrm>
            <a:off x="4370760" y="4800600"/>
            <a:ext cx="3108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299" strike="noStrike">
                <a:solidFill>
                  <a:srgbClr val="f4883c"/>
                </a:solidFill>
                <a:latin typeface="Noto Sans KR"/>
                <a:ea typeface="Noto Sans KR"/>
              </a:rPr>
              <a:t>DUP MODE · FAST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2" name="Text 30"/>
          <p:cNvSpPr/>
          <p:nvPr/>
        </p:nvSpPr>
        <p:spPr>
          <a:xfrm>
            <a:off x="4370760" y="5056560"/>
            <a:ext cx="2925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500" spc="-1" strike="noStrike">
                <a:solidFill>
                  <a:srgbClr val="e6edf6"/>
                </a:solidFill>
                <a:latin typeface="Noto Sans KR"/>
                <a:ea typeface="Noto Sans KR"/>
              </a:rPr>
              <a:t>앞 </a:t>
            </a:r>
            <a:r>
              <a:rPr b="1" lang="en-US" sz="1500" spc="-1" strike="noStrike">
                <a:solidFill>
                  <a:srgbClr val="e6edf6"/>
                </a:solidFill>
                <a:latin typeface="Noto Sans KR"/>
                <a:ea typeface="Noto Sans KR"/>
              </a:rPr>
              <a:t>1MB</a:t>
            </a:r>
            <a:r>
              <a:rPr b="1" lang="zh-CN" sz="1500" spc="-1" strike="noStrike">
                <a:solidFill>
                  <a:srgbClr val="e6edf6"/>
                </a:solidFill>
                <a:latin typeface="Noto Sans KR"/>
                <a:ea typeface="Noto Sans KR"/>
              </a:rPr>
              <a:t>만 해시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3" name="Text 31"/>
          <p:cNvSpPr/>
          <p:nvPr/>
        </p:nvSpPr>
        <p:spPr>
          <a:xfrm>
            <a:off x="4370760" y="5403960"/>
            <a:ext cx="2925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100" spc="-1" strike="noStrike">
                <a:solidFill>
                  <a:srgbClr val="93a3ba"/>
                </a:solidFill>
                <a:latin typeface="Noto Sans KR"/>
                <a:ea typeface="Noto Sans KR"/>
              </a:rPr>
              <a:t>빠름 </a:t>
            </a:r>
            <a:r>
              <a:rPr b="0" lang="en-US" sz="1100" spc="-1" strike="noStrike">
                <a:solidFill>
                  <a:srgbClr val="93a3ba"/>
                </a:solidFill>
                <a:latin typeface="Noto Sans KR"/>
                <a:ea typeface="Noto Sans KR"/>
              </a:rPr>
              <a:t>· </a:t>
            </a:r>
            <a:r>
              <a:rPr b="0" lang="zh-CN" sz="1100" spc="-1" strike="noStrike">
                <a:solidFill>
                  <a:srgbClr val="93a3ba"/>
                </a:solidFill>
                <a:latin typeface="Noto Sans KR"/>
                <a:ea typeface="Noto Sans KR"/>
              </a:rPr>
              <a:t>과다검출 가능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4" name="Text 32"/>
          <p:cNvSpPr/>
          <p:nvPr/>
        </p:nvSpPr>
        <p:spPr>
          <a:xfrm>
            <a:off x="7818120" y="228600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299" strike="noStrike">
                <a:solidFill>
                  <a:srgbClr val="bca4fb"/>
                </a:solidFill>
                <a:latin typeface="Noto Sans KR"/>
                <a:ea typeface="Noto Sans KR"/>
              </a:rPr>
              <a:t>▶ </a:t>
            </a:r>
            <a:r>
              <a:rPr b="1" lang="en-US" sz="1050" spc="299" strike="noStrike">
                <a:solidFill>
                  <a:srgbClr val="bca4fb"/>
                </a:solidFill>
                <a:latin typeface="Noto Sans KR"/>
                <a:ea typeface="Noto Sans KR"/>
              </a:rPr>
              <a:t>OLD FILES &amp; ROUTING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5" name="Shape 33"/>
          <p:cNvSpPr/>
          <p:nvPr/>
        </p:nvSpPr>
        <p:spPr>
          <a:xfrm>
            <a:off x="7818120" y="2606040"/>
            <a:ext cx="3840120" cy="1599840"/>
          </a:xfrm>
          <a:prstGeom prst="rect">
            <a:avLst/>
          </a:prstGeom>
          <a:solidFill>
            <a:srgbClr val="111f33"/>
          </a:solidFill>
          <a:ln w="12700">
            <a:solidFill>
              <a:srgbClr val="1f34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6" name="Shape 34"/>
          <p:cNvSpPr/>
          <p:nvPr/>
        </p:nvSpPr>
        <p:spPr>
          <a:xfrm>
            <a:off x="8074080" y="2797920"/>
            <a:ext cx="118440" cy="118440"/>
          </a:xfrm>
          <a:prstGeom prst="ellipse">
            <a:avLst/>
          </a:prstGeom>
          <a:solidFill>
            <a:srgbClr val="f5c1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8880" bIns="3888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Text 35"/>
          <p:cNvSpPr/>
          <p:nvPr/>
        </p:nvSpPr>
        <p:spPr>
          <a:xfrm>
            <a:off x="8275320" y="2697480"/>
            <a:ext cx="3200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300" spc="-1" strike="noStrike">
                <a:solidFill>
                  <a:srgbClr val="e6edf6"/>
                </a:solidFill>
                <a:latin typeface="Noto Sans KR"/>
                <a:ea typeface="Noto Sans KR"/>
              </a:rPr>
              <a:t>오래된 파일 탐지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8" name="Text 36"/>
          <p:cNvSpPr/>
          <p:nvPr/>
        </p:nvSpPr>
        <p:spPr>
          <a:xfrm>
            <a:off x="8275320" y="2935080"/>
            <a:ext cx="32000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3a3ba"/>
                </a:solidFill>
                <a:latin typeface="Noto Sans KR"/>
                <a:ea typeface="Noto Sans KR"/>
              </a:rPr>
              <a:t>--old-days </a:t>
            </a:r>
            <a:r>
              <a:rPr b="0" lang="zh-CN" sz="1000" spc="-1" strike="noStrike">
                <a:solidFill>
                  <a:srgbClr val="93a3ba"/>
                </a:solidFill>
                <a:latin typeface="Noto Sans KR"/>
                <a:ea typeface="Noto Sans KR"/>
              </a:rPr>
              <a:t>기준 </a:t>
            </a:r>
            <a:r>
              <a:rPr b="0" lang="en-US" sz="1000" spc="-1" strike="noStrike">
                <a:solidFill>
                  <a:srgbClr val="93a3ba"/>
                </a:solidFill>
                <a:latin typeface="Noto Sans KR"/>
                <a:ea typeface="Noto Sans KR"/>
              </a:rPr>
              <a:t>(</a:t>
            </a:r>
            <a:r>
              <a:rPr b="0" lang="zh-CN" sz="1000" spc="-1" strike="noStrike">
                <a:solidFill>
                  <a:srgbClr val="93a3ba"/>
                </a:solidFill>
                <a:latin typeface="Noto Sans KR"/>
                <a:ea typeface="Noto Sans KR"/>
              </a:rPr>
              <a:t>기본 </a:t>
            </a:r>
            <a:r>
              <a:rPr b="0" lang="en-US" sz="1000" spc="-1" strike="noStrike">
                <a:solidFill>
                  <a:srgbClr val="93a3ba"/>
                </a:solidFill>
                <a:latin typeface="Noto Sans KR"/>
                <a:ea typeface="Noto Sans KR"/>
              </a:rPr>
              <a:t>180</a:t>
            </a:r>
            <a:r>
              <a:rPr b="0" lang="zh-CN" sz="1000" spc="-1" strike="noStrike">
                <a:solidFill>
                  <a:srgbClr val="93a3ba"/>
                </a:solidFill>
                <a:latin typeface="Noto Sans KR"/>
                <a:ea typeface="Noto Sans KR"/>
              </a:rPr>
              <a:t>일</a:t>
            </a:r>
            <a:r>
              <a:rPr b="0" lang="en-US" sz="1000" spc="-1" strike="noStrike">
                <a:solidFill>
                  <a:srgbClr val="93a3ba"/>
                </a:solidFill>
                <a:latin typeface="Noto Sans KR"/>
                <a:ea typeface="Noto Sans KR"/>
              </a:rPr>
              <a:t>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9" name="Shape 37"/>
          <p:cNvSpPr/>
          <p:nvPr/>
        </p:nvSpPr>
        <p:spPr>
          <a:xfrm>
            <a:off x="8074080" y="3273480"/>
            <a:ext cx="118440" cy="11844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8880" bIns="3888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Text 38"/>
          <p:cNvSpPr/>
          <p:nvPr/>
        </p:nvSpPr>
        <p:spPr>
          <a:xfrm>
            <a:off x="8275320" y="3173040"/>
            <a:ext cx="3200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300" spc="-1" strike="noStrike">
                <a:solidFill>
                  <a:srgbClr val="e6edf6"/>
                </a:solidFill>
                <a:latin typeface="Noto Sans KR"/>
                <a:ea typeface="Noto Sans KR"/>
              </a:rPr>
              <a:t>검토 폴더 라우팅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1" name="Text 39"/>
          <p:cNvSpPr/>
          <p:nvPr/>
        </p:nvSpPr>
        <p:spPr>
          <a:xfrm>
            <a:off x="8275320" y="3410640"/>
            <a:ext cx="32000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3a3ba"/>
                </a:solidFill>
                <a:latin typeface="Noto Sans KR"/>
                <a:ea typeface="Noto Sans KR"/>
              </a:rPr>
              <a:t>_old_files · _duplicates </a:t>
            </a:r>
            <a:r>
              <a:rPr b="0" lang="zh-CN" sz="1000" spc="-1" strike="noStrike">
                <a:solidFill>
                  <a:srgbClr val="93a3ba"/>
                </a:solidFill>
                <a:latin typeface="Noto Sans KR"/>
                <a:ea typeface="Noto Sans KR"/>
              </a:rPr>
              <a:t>로 분리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2" name="Shape 40"/>
          <p:cNvSpPr/>
          <p:nvPr/>
        </p:nvSpPr>
        <p:spPr>
          <a:xfrm>
            <a:off x="8074080" y="3749040"/>
            <a:ext cx="118440" cy="118440"/>
          </a:xfrm>
          <a:prstGeom prst="ellipse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8880" bIns="3888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Text 41"/>
          <p:cNvSpPr/>
          <p:nvPr/>
        </p:nvSpPr>
        <p:spPr>
          <a:xfrm>
            <a:off x="8275320" y="3648600"/>
            <a:ext cx="3200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300" spc="-1" strike="noStrike">
                <a:solidFill>
                  <a:srgbClr val="e6edf6"/>
                </a:solidFill>
                <a:latin typeface="Noto Sans KR"/>
                <a:ea typeface="Noto Sans KR"/>
              </a:rPr>
              <a:t>원본 보존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4" name="Text 42"/>
          <p:cNvSpPr/>
          <p:nvPr/>
        </p:nvSpPr>
        <p:spPr>
          <a:xfrm>
            <a:off x="8275320" y="3886200"/>
            <a:ext cx="32000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000" spc="-1" strike="noStrike">
                <a:solidFill>
                  <a:srgbClr val="93a3ba"/>
                </a:solidFill>
                <a:latin typeface="Noto Sans KR"/>
                <a:ea typeface="Noto Sans KR"/>
              </a:rPr>
              <a:t>분리만 — 삭제하지 않음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5" name="Shape 43"/>
          <p:cNvSpPr/>
          <p:nvPr/>
        </p:nvSpPr>
        <p:spPr>
          <a:xfrm>
            <a:off x="7818120" y="4434840"/>
            <a:ext cx="3840120" cy="1554120"/>
          </a:xfrm>
          <a:prstGeom prst="rect">
            <a:avLst/>
          </a:prstGeom>
          <a:solidFill>
            <a:srgbClr val="2a1620"/>
          </a:solidFill>
          <a:ln w="12700">
            <a:solidFill>
              <a:srgbClr val="5a23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86" name="Image 0" descr="/home/claude/icons/ban_red.png"/>
          <p:cNvPicPr/>
          <p:nvPr/>
        </p:nvPicPr>
        <p:blipFill>
          <a:blip r:embed="rId1"/>
          <a:stretch/>
        </p:blipFill>
        <p:spPr>
          <a:xfrm>
            <a:off x="8074080" y="4617720"/>
            <a:ext cx="310680" cy="310680"/>
          </a:xfrm>
          <a:prstGeom prst="rect">
            <a:avLst/>
          </a:prstGeom>
          <a:ln w="0">
            <a:noFill/>
          </a:ln>
        </p:spPr>
      </p:pic>
      <p:sp>
        <p:nvSpPr>
          <p:cNvPr id="287" name="Text 44"/>
          <p:cNvSpPr/>
          <p:nvPr/>
        </p:nvSpPr>
        <p:spPr>
          <a:xfrm>
            <a:off x="8494920" y="4608720"/>
            <a:ext cx="30171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600" spc="-1" strike="noStrike">
                <a:solidFill>
                  <a:srgbClr val="ffc9c9"/>
                </a:solidFill>
                <a:latin typeface="Noto Sans KR"/>
                <a:ea typeface="Noto Sans KR"/>
              </a:rPr>
              <a:t>자동 삭제 없음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8" name="Text 45"/>
          <p:cNvSpPr/>
          <p:nvPr/>
        </p:nvSpPr>
        <p:spPr>
          <a:xfrm>
            <a:off x="8074080" y="5029200"/>
            <a:ext cx="33372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zh-CN" sz="1100" spc="-1" strike="noStrike">
                <a:solidFill>
                  <a:srgbClr val="e7c4cb"/>
                </a:solidFill>
                <a:latin typeface="Noto Sans KR"/>
                <a:ea typeface="Noto Sans KR"/>
              </a:rPr>
              <a:t>중복</a:t>
            </a:r>
            <a:r>
              <a:rPr b="0" lang="en-US" sz="1100" spc="-1" strike="noStrike">
                <a:solidFill>
                  <a:srgbClr val="e7c4cb"/>
                </a:solidFill>
                <a:latin typeface="Noto Sans KR"/>
                <a:ea typeface="Noto Sans KR"/>
              </a:rPr>
              <a:t>·</a:t>
            </a:r>
            <a:r>
              <a:rPr b="0" lang="zh-CN" sz="1100" spc="-1" strike="noStrike">
                <a:solidFill>
                  <a:srgbClr val="e7c4cb"/>
                </a:solidFill>
                <a:latin typeface="Noto Sans KR"/>
                <a:ea typeface="Noto Sans KR"/>
              </a:rPr>
              <a:t>오래된 파일은 </a:t>
            </a:r>
            <a:r>
              <a:rPr b="0" lang="en-US" sz="1100" spc="-1" strike="noStrike">
                <a:solidFill>
                  <a:srgbClr val="e7c4cb"/>
                </a:solidFill>
                <a:latin typeface="Noto Sans KR"/>
                <a:ea typeface="Noto Sans KR"/>
              </a:rPr>
              <a:t>'</a:t>
            </a:r>
            <a:r>
              <a:rPr b="0" lang="zh-CN" sz="1100" spc="-1" strike="noStrike">
                <a:solidFill>
                  <a:srgbClr val="e7c4cb"/>
                </a:solidFill>
                <a:latin typeface="Noto Sans KR"/>
                <a:ea typeface="Noto Sans KR"/>
              </a:rPr>
              <a:t>후보</a:t>
            </a:r>
            <a:r>
              <a:rPr b="0" lang="en-US" sz="1100" spc="-1" strike="noStrike">
                <a:solidFill>
                  <a:srgbClr val="e7c4cb"/>
                </a:solidFill>
                <a:latin typeface="Noto Sans KR"/>
                <a:ea typeface="Noto Sans KR"/>
              </a:rPr>
              <a:t>'</a:t>
            </a:r>
            <a:r>
              <a:rPr b="0" lang="zh-CN" sz="1100" spc="-1" strike="noStrike">
                <a:solidFill>
                  <a:srgbClr val="e7c4cb"/>
                </a:solidFill>
                <a:latin typeface="Noto Sans KR"/>
                <a:ea typeface="Noto Sans KR"/>
              </a:rPr>
              <a:t>로만 표시되고 검토 폴더로 분리됩니다</a:t>
            </a:r>
            <a:r>
              <a:rPr b="0" lang="en-US" sz="1100" spc="-1" strike="noStrike">
                <a:solidFill>
                  <a:srgbClr val="e7c4cb"/>
                </a:solidFill>
                <a:latin typeface="Noto Sans KR"/>
                <a:ea typeface="Noto Sans KR"/>
              </a:rPr>
              <a:t>. </a:t>
            </a:r>
            <a:r>
              <a:rPr b="0" lang="zh-CN" sz="1100" spc="-1" strike="noStrike">
                <a:solidFill>
                  <a:srgbClr val="e7c4cb"/>
                </a:solidFill>
                <a:latin typeface="Noto Sans KR"/>
                <a:ea typeface="Noto Sans KR"/>
              </a:rPr>
              <a:t>어떤 경우에도 코드가 파일을 삭제하지 않습니다</a:t>
            </a:r>
            <a:r>
              <a:rPr b="0" lang="en-US" sz="1100" spc="-1" strike="noStrike">
                <a:solidFill>
                  <a:srgbClr val="e7c4cb"/>
                </a:solidFill>
                <a:latin typeface="Noto Sans KR"/>
                <a:ea typeface="Noto Sans KR"/>
              </a:rPr>
              <a:t>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Shape 0"/>
          <p:cNvSpPr/>
          <p:nvPr/>
        </p:nvSpPr>
        <p:spPr>
          <a:xfrm>
            <a:off x="502920" y="475560"/>
            <a:ext cx="63720" cy="237240"/>
          </a:xfrm>
          <a:prstGeom prst="rect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Text 1"/>
          <p:cNvSpPr/>
          <p:nvPr/>
        </p:nvSpPr>
        <p:spPr>
          <a:xfrm>
            <a:off x="685800" y="4572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99" strike="noStrike">
                <a:solidFill>
                  <a:srgbClr val="2dd4bf"/>
                </a:solidFill>
                <a:latin typeface="Noto Sans KR"/>
                <a:ea typeface="Noto Sans KR"/>
              </a:rPr>
              <a:t>06  ·  BOOKMARKS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1" name="Text 2"/>
          <p:cNvSpPr/>
          <p:nvPr/>
        </p:nvSpPr>
        <p:spPr>
          <a:xfrm>
            <a:off x="475560" y="786240"/>
            <a:ext cx="109724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4000" spc="-1" strike="noStrike">
                <a:solidFill>
                  <a:srgbClr val="e6edf6"/>
                </a:solidFill>
                <a:latin typeface="Noto Sans KR"/>
                <a:ea typeface="Noto Sans KR"/>
              </a:rPr>
              <a:t>북마크 분석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2" name="Text 3"/>
          <p:cNvSpPr/>
          <p:nvPr/>
        </p:nvSpPr>
        <p:spPr>
          <a:xfrm>
            <a:off x="502920" y="1664280"/>
            <a:ext cx="11155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93a3ba"/>
                </a:solidFill>
                <a:latin typeface="Noto Sans KR"/>
                <a:ea typeface="Noto Sans KR"/>
              </a:rPr>
              <a:t>Chrome · Edge </a:t>
            </a:r>
            <a:r>
              <a:rPr b="0" lang="zh-CN" sz="1450" spc="-1" strike="noStrike">
                <a:solidFill>
                  <a:srgbClr val="93a3ba"/>
                </a:solidFill>
                <a:latin typeface="Noto Sans KR"/>
                <a:ea typeface="Noto Sans KR"/>
              </a:rPr>
              <a:t>북마크를 도메인</a:t>
            </a:r>
            <a:r>
              <a:rPr b="0" lang="en-US" sz="1450" spc="-1" strike="noStrike">
                <a:solidFill>
                  <a:srgbClr val="93a3ba"/>
                </a:solidFill>
                <a:latin typeface="Noto Sans KR"/>
                <a:ea typeface="Noto Sans KR"/>
              </a:rPr>
              <a:t>·</a:t>
            </a:r>
            <a:r>
              <a:rPr b="0" lang="zh-CN" sz="1450" spc="-1" strike="noStrike">
                <a:solidFill>
                  <a:srgbClr val="93a3ba"/>
                </a:solidFill>
                <a:latin typeface="Noto Sans KR"/>
                <a:ea typeface="Noto Sans KR"/>
              </a:rPr>
              <a:t>카테고리로 분석</a:t>
            </a:r>
            <a:r>
              <a:rPr b="0" lang="en-US" sz="1450" spc="-1" strike="noStrike">
                <a:solidFill>
                  <a:srgbClr val="93a3ba"/>
                </a:solidFill>
                <a:latin typeface="Noto Sans KR"/>
                <a:ea typeface="Noto Sans KR"/>
              </a:rPr>
              <a:t>, </a:t>
            </a:r>
            <a:r>
              <a:rPr b="0" lang="zh-CN" sz="1450" spc="-1" strike="noStrike">
                <a:solidFill>
                  <a:srgbClr val="93a3ba"/>
                </a:solidFill>
                <a:latin typeface="Noto Sans KR"/>
                <a:ea typeface="Noto Sans KR"/>
              </a:rPr>
              <a:t>개인정보는 마스킹</a:t>
            </a:r>
            <a:r>
              <a:rPr b="0" lang="en-US" sz="1450" spc="-1" strike="noStrike">
                <a:solidFill>
                  <a:srgbClr val="93a3ba"/>
                </a:solidFill>
                <a:latin typeface="Noto Sans KR"/>
                <a:ea typeface="Noto Sans KR"/>
              </a:rPr>
              <a:t>·</a:t>
            </a:r>
            <a:r>
              <a:rPr b="0" lang="zh-CN" sz="1450" spc="-1" strike="noStrike">
                <a:solidFill>
                  <a:srgbClr val="93a3ba"/>
                </a:solidFill>
                <a:latin typeface="Noto Sans KR"/>
                <a:ea typeface="Noto Sans KR"/>
              </a:rPr>
              <a:t>제외</a:t>
            </a: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3" name="Text 4"/>
          <p:cNvSpPr/>
          <p:nvPr/>
        </p:nvSpPr>
        <p:spPr>
          <a:xfrm>
            <a:off x="10881360" y="384120"/>
            <a:ext cx="1005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7" strike="noStrike">
                <a:solidFill>
                  <a:srgbClr val="93a3ba"/>
                </a:solidFill>
                <a:latin typeface="Noto Sans KR"/>
                <a:ea typeface="Noto Sans KR"/>
              </a:rPr>
              <a:t>07</a:t>
            </a:r>
            <a:r>
              <a:rPr b="0" lang="en-US" sz="1100" spc="97" strike="noStrike">
                <a:solidFill>
                  <a:srgbClr val="566983"/>
                </a:solidFill>
                <a:latin typeface="Noto Sans KR"/>
                <a:ea typeface="Noto Sans KR"/>
              </a:rPr>
              <a:t>  / 13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4" name="Text 5"/>
          <p:cNvSpPr/>
          <p:nvPr/>
        </p:nvSpPr>
        <p:spPr>
          <a:xfrm>
            <a:off x="502920" y="641916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248" strike="noStrike">
                <a:solidFill>
                  <a:srgbClr val="33455e"/>
                </a:solidFill>
                <a:latin typeface="Noto Sans KR"/>
                <a:ea typeface="Noto Sans KR"/>
              </a:rPr>
              <a:t>DOWNLOADORGANIZER  ·  SAFE-BY-DESIGN FILE AUTOMATION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5" name="Shape 6"/>
          <p:cNvSpPr/>
          <p:nvPr/>
        </p:nvSpPr>
        <p:spPr>
          <a:xfrm>
            <a:off x="502920" y="2286000"/>
            <a:ext cx="7040520" cy="3702960"/>
          </a:xfrm>
          <a:prstGeom prst="rect">
            <a:avLst/>
          </a:prstGeom>
          <a:solidFill>
            <a:srgbClr val="111f33"/>
          </a:solidFill>
          <a:ln w="12700">
            <a:solidFill>
              <a:srgbClr val="1f34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6" name="Text 7"/>
          <p:cNvSpPr/>
          <p:nvPr/>
        </p:nvSpPr>
        <p:spPr>
          <a:xfrm>
            <a:off x="777240" y="248724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299" strike="noStrike">
                <a:solidFill>
                  <a:srgbClr val="6e83a2"/>
                </a:solidFill>
                <a:latin typeface="Noto Sans KR"/>
                <a:ea typeface="Noto Sans KR"/>
              </a:rPr>
              <a:t>BOOKMARK CATEGORIES · </a:t>
            </a:r>
            <a:r>
              <a:rPr b="1" lang="zh-CN" sz="950" spc="299" strike="noStrike">
                <a:solidFill>
                  <a:srgbClr val="6e83a2"/>
                </a:solidFill>
                <a:latin typeface="Noto Sans KR"/>
                <a:ea typeface="Noto Sans KR"/>
              </a:rPr>
              <a:t>키워드 분류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7" name="Text 8"/>
          <p:cNvSpPr/>
          <p:nvPr/>
        </p:nvSpPr>
        <p:spPr>
          <a:xfrm>
            <a:off x="777240" y="2926080"/>
            <a:ext cx="12340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c2cedd"/>
                </a:solidFill>
                <a:latin typeface="Noto Sans KR"/>
                <a:ea typeface="Noto Sans KR"/>
              </a:rPr>
              <a:t>AI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8" name="Shape 9"/>
          <p:cNvSpPr/>
          <p:nvPr/>
        </p:nvSpPr>
        <p:spPr>
          <a:xfrm>
            <a:off x="2103120" y="2962800"/>
            <a:ext cx="4845960" cy="150480"/>
          </a:xfrm>
          <a:prstGeom prst="rect">
            <a:avLst/>
          </a:prstGeom>
          <a:solidFill>
            <a:srgbClr val="0f1d3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9" name="Shape 10"/>
          <p:cNvSpPr/>
          <p:nvPr/>
        </p:nvSpPr>
        <p:spPr>
          <a:xfrm>
            <a:off x="2103120" y="2962800"/>
            <a:ext cx="3661200" cy="150480"/>
          </a:xfrm>
          <a:prstGeom prst="rect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Text 11"/>
          <p:cNvSpPr/>
          <p:nvPr/>
        </p:nvSpPr>
        <p:spPr>
          <a:xfrm>
            <a:off x="5837760" y="2926080"/>
            <a:ext cx="5482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3a3ba"/>
                </a:solidFill>
                <a:latin typeface="Noto Sans KR"/>
                <a:ea typeface="Noto Sans KR"/>
              </a:rPr>
              <a:t>34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1" name="Text 12"/>
          <p:cNvSpPr/>
          <p:nvPr/>
        </p:nvSpPr>
        <p:spPr>
          <a:xfrm>
            <a:off x="777240" y="3223440"/>
            <a:ext cx="12340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c2cedd"/>
                </a:solidFill>
                <a:latin typeface="Noto Sans KR"/>
                <a:ea typeface="Noto Sans KR"/>
              </a:rPr>
              <a:t>Development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2" name="Shape 13"/>
          <p:cNvSpPr/>
          <p:nvPr/>
        </p:nvSpPr>
        <p:spPr>
          <a:xfrm>
            <a:off x="2103120" y="3259800"/>
            <a:ext cx="4845960" cy="150480"/>
          </a:xfrm>
          <a:prstGeom prst="rect">
            <a:avLst/>
          </a:prstGeom>
          <a:solidFill>
            <a:srgbClr val="0f1d3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3" name="Shape 14"/>
          <p:cNvSpPr/>
          <p:nvPr/>
        </p:nvSpPr>
        <p:spPr>
          <a:xfrm>
            <a:off x="2103120" y="3259800"/>
            <a:ext cx="4415040" cy="150480"/>
          </a:xfrm>
          <a:prstGeom prst="rect">
            <a:avLst/>
          </a:prstGeom>
          <a:solidFill>
            <a:srgbClr val="5b9b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4" name="Text 15"/>
          <p:cNvSpPr/>
          <p:nvPr/>
        </p:nvSpPr>
        <p:spPr>
          <a:xfrm>
            <a:off x="6591960" y="3223440"/>
            <a:ext cx="5482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3a3ba"/>
                </a:solidFill>
                <a:latin typeface="Noto Sans KR"/>
                <a:ea typeface="Noto Sans KR"/>
              </a:rPr>
              <a:t>41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5" name="Text 16"/>
          <p:cNvSpPr/>
          <p:nvPr/>
        </p:nvSpPr>
        <p:spPr>
          <a:xfrm>
            <a:off x="777240" y="3520440"/>
            <a:ext cx="12340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c2cedd"/>
                </a:solidFill>
                <a:latin typeface="Noto Sans KR"/>
                <a:ea typeface="Noto Sans KR"/>
              </a:rPr>
              <a:t>Public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6" name="Shape 17"/>
          <p:cNvSpPr/>
          <p:nvPr/>
        </p:nvSpPr>
        <p:spPr>
          <a:xfrm>
            <a:off x="2103120" y="3557160"/>
            <a:ext cx="4845960" cy="150480"/>
          </a:xfrm>
          <a:prstGeom prst="rect">
            <a:avLst/>
          </a:prstGeom>
          <a:solidFill>
            <a:srgbClr val="0f1d3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7" name="Shape 18"/>
          <p:cNvSpPr/>
          <p:nvPr/>
        </p:nvSpPr>
        <p:spPr>
          <a:xfrm>
            <a:off x="2103120" y="3557160"/>
            <a:ext cx="1938240" cy="150480"/>
          </a:xfrm>
          <a:prstGeom prst="rect">
            <a:avLst/>
          </a:prstGeom>
          <a:solidFill>
            <a:srgbClr val="f488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Text 19"/>
          <p:cNvSpPr/>
          <p:nvPr/>
        </p:nvSpPr>
        <p:spPr>
          <a:xfrm>
            <a:off x="4114800" y="3520440"/>
            <a:ext cx="5482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3a3ba"/>
                </a:solidFill>
                <a:latin typeface="Noto Sans KR"/>
                <a:ea typeface="Noto Sans KR"/>
              </a:rPr>
              <a:t>18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9" name="Text 20"/>
          <p:cNvSpPr/>
          <p:nvPr/>
        </p:nvSpPr>
        <p:spPr>
          <a:xfrm>
            <a:off x="777240" y="3817800"/>
            <a:ext cx="12340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c2cedd"/>
                </a:solidFill>
                <a:latin typeface="Noto Sans KR"/>
                <a:ea typeface="Noto Sans KR"/>
              </a:rPr>
              <a:t>News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0" name="Shape 21"/>
          <p:cNvSpPr/>
          <p:nvPr/>
        </p:nvSpPr>
        <p:spPr>
          <a:xfrm>
            <a:off x="2103120" y="3854160"/>
            <a:ext cx="4845960" cy="150480"/>
          </a:xfrm>
          <a:prstGeom prst="rect">
            <a:avLst/>
          </a:prstGeom>
          <a:solidFill>
            <a:srgbClr val="0f1d3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1" name="Shape 22"/>
          <p:cNvSpPr/>
          <p:nvPr/>
        </p:nvSpPr>
        <p:spPr>
          <a:xfrm>
            <a:off x="2103120" y="3854160"/>
            <a:ext cx="1292040" cy="150480"/>
          </a:xfrm>
          <a:prstGeom prst="rect">
            <a:avLst/>
          </a:prstGeom>
          <a:solidFill>
            <a:srgbClr val="f5c1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Text 23"/>
          <p:cNvSpPr/>
          <p:nvPr/>
        </p:nvSpPr>
        <p:spPr>
          <a:xfrm>
            <a:off x="3468600" y="3817800"/>
            <a:ext cx="5482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3a3ba"/>
                </a:solidFill>
                <a:latin typeface="Noto Sans KR"/>
                <a:ea typeface="Noto Sans KR"/>
              </a:rPr>
              <a:t>12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3" name="Text 24"/>
          <p:cNvSpPr/>
          <p:nvPr/>
        </p:nvSpPr>
        <p:spPr>
          <a:xfrm>
            <a:off x="777240" y="4114800"/>
            <a:ext cx="12340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c2cedd"/>
                </a:solidFill>
                <a:latin typeface="Noto Sans KR"/>
                <a:ea typeface="Noto Sans KR"/>
              </a:rPr>
              <a:t>Shopping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4" name="Shape 25"/>
          <p:cNvSpPr/>
          <p:nvPr/>
        </p:nvSpPr>
        <p:spPr>
          <a:xfrm>
            <a:off x="2103120" y="4151520"/>
            <a:ext cx="4845960" cy="150480"/>
          </a:xfrm>
          <a:prstGeom prst="rect">
            <a:avLst/>
          </a:prstGeom>
          <a:solidFill>
            <a:srgbClr val="0f1d3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5" name="Shape 26"/>
          <p:cNvSpPr/>
          <p:nvPr/>
        </p:nvSpPr>
        <p:spPr>
          <a:xfrm>
            <a:off x="2103120" y="4151520"/>
            <a:ext cx="968760" cy="150480"/>
          </a:xfrm>
          <a:prstGeom prst="rect">
            <a:avLst/>
          </a:prstGeom>
          <a:solidFill>
            <a:srgbClr val="ee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6" name="Text 27"/>
          <p:cNvSpPr/>
          <p:nvPr/>
        </p:nvSpPr>
        <p:spPr>
          <a:xfrm>
            <a:off x="3145680" y="4114800"/>
            <a:ext cx="5482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3a3ba"/>
                </a:solidFill>
                <a:latin typeface="Noto Sans KR"/>
                <a:ea typeface="Noto Sans KR"/>
              </a:rPr>
              <a:t>9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7" name="Text 28"/>
          <p:cNvSpPr/>
          <p:nvPr/>
        </p:nvSpPr>
        <p:spPr>
          <a:xfrm>
            <a:off x="777240" y="4412160"/>
            <a:ext cx="12340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c2cedd"/>
                </a:solidFill>
                <a:latin typeface="Noto Sans KR"/>
                <a:ea typeface="Noto Sans KR"/>
              </a:rPr>
              <a:t>Education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8" name="Shape 29"/>
          <p:cNvSpPr/>
          <p:nvPr/>
        </p:nvSpPr>
        <p:spPr>
          <a:xfrm>
            <a:off x="2103120" y="4448520"/>
            <a:ext cx="4845960" cy="150480"/>
          </a:xfrm>
          <a:prstGeom prst="rect">
            <a:avLst/>
          </a:prstGeom>
          <a:solidFill>
            <a:srgbClr val="0f1d3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9" name="Shape 30"/>
          <p:cNvSpPr/>
          <p:nvPr/>
        </p:nvSpPr>
        <p:spPr>
          <a:xfrm>
            <a:off x="2103120" y="4448520"/>
            <a:ext cx="1614960" cy="150480"/>
          </a:xfrm>
          <a:prstGeom prst="rect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Text 31"/>
          <p:cNvSpPr/>
          <p:nvPr/>
        </p:nvSpPr>
        <p:spPr>
          <a:xfrm>
            <a:off x="3791880" y="4412160"/>
            <a:ext cx="5482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3a3ba"/>
                </a:solidFill>
                <a:latin typeface="Noto Sans KR"/>
                <a:ea typeface="Noto Sans KR"/>
              </a:rPr>
              <a:t>15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1" name="Text 32"/>
          <p:cNvSpPr/>
          <p:nvPr/>
        </p:nvSpPr>
        <p:spPr>
          <a:xfrm>
            <a:off x="777240" y="4709160"/>
            <a:ext cx="12340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c2cedd"/>
                </a:solidFill>
                <a:latin typeface="Noto Sans KR"/>
                <a:ea typeface="Noto Sans KR"/>
              </a:rPr>
              <a:t>Finance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2" name="Shape 33"/>
          <p:cNvSpPr/>
          <p:nvPr/>
        </p:nvSpPr>
        <p:spPr>
          <a:xfrm>
            <a:off x="2103120" y="4745880"/>
            <a:ext cx="4845960" cy="150480"/>
          </a:xfrm>
          <a:prstGeom prst="rect">
            <a:avLst/>
          </a:prstGeom>
          <a:solidFill>
            <a:srgbClr val="0f1d3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3" name="Shape 34"/>
          <p:cNvSpPr/>
          <p:nvPr/>
        </p:nvSpPr>
        <p:spPr>
          <a:xfrm>
            <a:off x="2103120" y="4745880"/>
            <a:ext cx="753480" cy="150480"/>
          </a:xfrm>
          <a:prstGeom prst="rect">
            <a:avLst/>
          </a:prstGeom>
          <a:solidFill>
            <a:srgbClr val="5eea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Text 35"/>
          <p:cNvSpPr/>
          <p:nvPr/>
        </p:nvSpPr>
        <p:spPr>
          <a:xfrm>
            <a:off x="2930040" y="4709160"/>
            <a:ext cx="5482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3a3ba"/>
                </a:solidFill>
                <a:latin typeface="Noto Sans KR"/>
                <a:ea typeface="Noto Sans KR"/>
              </a:rPr>
              <a:t>7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5" name="Text 36"/>
          <p:cNvSpPr/>
          <p:nvPr/>
        </p:nvSpPr>
        <p:spPr>
          <a:xfrm>
            <a:off x="777240" y="5006520"/>
            <a:ext cx="12340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c2cedd"/>
                </a:solidFill>
                <a:latin typeface="Noto Sans KR"/>
                <a:ea typeface="Noto Sans KR"/>
              </a:rPr>
              <a:t>Reference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6" name="Shape 37"/>
          <p:cNvSpPr/>
          <p:nvPr/>
        </p:nvSpPr>
        <p:spPr>
          <a:xfrm>
            <a:off x="2103120" y="5042880"/>
            <a:ext cx="4845960" cy="150480"/>
          </a:xfrm>
          <a:prstGeom prst="rect">
            <a:avLst/>
          </a:prstGeom>
          <a:solidFill>
            <a:srgbClr val="0f1d3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7" name="Shape 38"/>
          <p:cNvSpPr/>
          <p:nvPr/>
        </p:nvSpPr>
        <p:spPr>
          <a:xfrm>
            <a:off x="2103120" y="5042880"/>
            <a:ext cx="1184400" cy="150480"/>
          </a:xfrm>
          <a:prstGeom prst="rect">
            <a:avLst/>
          </a:prstGeom>
          <a:solidFill>
            <a:srgbClr val="7fb0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Text 39"/>
          <p:cNvSpPr/>
          <p:nvPr/>
        </p:nvSpPr>
        <p:spPr>
          <a:xfrm>
            <a:off x="3360960" y="5006520"/>
            <a:ext cx="5482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3a3ba"/>
                </a:solidFill>
                <a:latin typeface="Noto Sans KR"/>
                <a:ea typeface="Noto Sans KR"/>
              </a:rPr>
              <a:t>11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9" name="Text 40"/>
          <p:cNvSpPr/>
          <p:nvPr/>
        </p:nvSpPr>
        <p:spPr>
          <a:xfrm>
            <a:off x="777240" y="5303520"/>
            <a:ext cx="12340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c2cedd"/>
                </a:solidFill>
                <a:latin typeface="Noto Sans KR"/>
                <a:ea typeface="Noto Sans KR"/>
              </a:rPr>
              <a:t>Etc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0" name="Shape 41"/>
          <p:cNvSpPr/>
          <p:nvPr/>
        </p:nvSpPr>
        <p:spPr>
          <a:xfrm>
            <a:off x="2103120" y="5340240"/>
            <a:ext cx="4845960" cy="150480"/>
          </a:xfrm>
          <a:prstGeom prst="rect">
            <a:avLst/>
          </a:prstGeom>
          <a:solidFill>
            <a:srgbClr val="0f1d3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1" name="Shape 42"/>
          <p:cNvSpPr/>
          <p:nvPr/>
        </p:nvSpPr>
        <p:spPr>
          <a:xfrm>
            <a:off x="2103120" y="5340240"/>
            <a:ext cx="2368800" cy="150480"/>
          </a:xfrm>
          <a:prstGeom prst="rect">
            <a:avLst/>
          </a:prstGeom>
          <a:solidFill>
            <a:srgbClr val="7c8da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2" name="Text 43"/>
          <p:cNvSpPr/>
          <p:nvPr/>
        </p:nvSpPr>
        <p:spPr>
          <a:xfrm>
            <a:off x="4545720" y="5303520"/>
            <a:ext cx="5482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3a3ba"/>
                </a:solidFill>
                <a:latin typeface="Noto Sans KR"/>
                <a:ea typeface="Noto Sans KR"/>
              </a:rPr>
              <a:t>22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3" name="Text 44"/>
          <p:cNvSpPr/>
          <p:nvPr/>
        </p:nvSpPr>
        <p:spPr>
          <a:xfrm>
            <a:off x="777240" y="5715000"/>
            <a:ext cx="64918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66983"/>
                </a:solidFill>
                <a:latin typeface="Noto Sans KR"/>
                <a:ea typeface="Noto Sans KR"/>
              </a:rPr>
              <a:t>※ </a:t>
            </a:r>
            <a:r>
              <a:rPr b="0" lang="zh-CN" sz="900" spc="-1" strike="noStrike">
                <a:solidFill>
                  <a:srgbClr val="566983"/>
                </a:solidFill>
                <a:latin typeface="Noto Sans KR"/>
                <a:ea typeface="Noto Sans KR"/>
              </a:rPr>
              <a:t>예시 분포 — 실제 값은 사용자 브라우저 북마크에 따라 달라집니다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4" name="Text 45"/>
          <p:cNvSpPr/>
          <p:nvPr/>
        </p:nvSpPr>
        <p:spPr>
          <a:xfrm>
            <a:off x="7818120" y="228600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299" strike="noStrike">
                <a:solidFill>
                  <a:srgbClr val="2dd4bf"/>
                </a:solidFill>
                <a:latin typeface="Noto Sans KR"/>
                <a:ea typeface="Noto Sans KR"/>
              </a:rPr>
              <a:t>▶ </a:t>
            </a:r>
            <a:r>
              <a:rPr b="1" lang="en-US" sz="1050" spc="299" strike="noStrike">
                <a:solidFill>
                  <a:srgbClr val="2dd4bf"/>
                </a:solidFill>
                <a:latin typeface="Noto Sans KR"/>
                <a:ea typeface="Noto Sans KR"/>
              </a:rPr>
              <a:t>FEATURES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5" name="Shape 46"/>
          <p:cNvSpPr/>
          <p:nvPr/>
        </p:nvSpPr>
        <p:spPr>
          <a:xfrm>
            <a:off x="7818120" y="2606040"/>
            <a:ext cx="3840120" cy="2331360"/>
          </a:xfrm>
          <a:prstGeom prst="rect">
            <a:avLst/>
          </a:prstGeom>
          <a:solidFill>
            <a:srgbClr val="111f33"/>
          </a:solidFill>
          <a:ln w="12700">
            <a:solidFill>
              <a:srgbClr val="1f34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6" name="Shape 47"/>
          <p:cNvSpPr/>
          <p:nvPr/>
        </p:nvSpPr>
        <p:spPr>
          <a:xfrm>
            <a:off x="8074080" y="2843640"/>
            <a:ext cx="118440" cy="118440"/>
          </a:xfrm>
          <a:prstGeom prst="ellipse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8880" bIns="3888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Text 48"/>
          <p:cNvSpPr/>
          <p:nvPr/>
        </p:nvSpPr>
        <p:spPr>
          <a:xfrm>
            <a:off x="8275320" y="2743200"/>
            <a:ext cx="3200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6edf6"/>
                </a:solidFill>
                <a:latin typeface="Noto Sans KR"/>
                <a:ea typeface="Noto Sans KR"/>
              </a:rPr>
              <a:t>9</a:t>
            </a:r>
            <a:r>
              <a:rPr b="1" lang="zh-CN" sz="1300" spc="-1" strike="noStrike">
                <a:solidFill>
                  <a:srgbClr val="e6edf6"/>
                </a:solidFill>
                <a:latin typeface="Noto Sans KR"/>
                <a:ea typeface="Noto Sans KR"/>
              </a:rPr>
              <a:t>개 카테고리 분류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8" name="Text 49"/>
          <p:cNvSpPr/>
          <p:nvPr/>
        </p:nvSpPr>
        <p:spPr>
          <a:xfrm>
            <a:off x="8275320" y="2980800"/>
            <a:ext cx="3181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900" spc="-1" strike="noStrike">
                <a:solidFill>
                  <a:srgbClr val="93a3ba"/>
                </a:solidFill>
                <a:latin typeface="DejaVu Sans Mono"/>
                <a:ea typeface="DejaVu Sans Mono"/>
              </a:rPr>
              <a:t>도메인</a:t>
            </a:r>
            <a:r>
              <a:rPr b="0" lang="en-US" sz="900" spc="-1" strike="noStrike">
                <a:solidFill>
                  <a:srgbClr val="93a3ba"/>
                </a:solidFill>
                <a:latin typeface="DejaVu Sans Mono"/>
                <a:ea typeface="DejaVu Sans Mono"/>
              </a:rPr>
              <a:t>·</a:t>
            </a:r>
            <a:r>
              <a:rPr b="0" lang="zh-CN" sz="900" spc="-1" strike="noStrike">
                <a:solidFill>
                  <a:srgbClr val="93a3ba"/>
                </a:solidFill>
                <a:latin typeface="DejaVu Sans Mono"/>
                <a:ea typeface="DejaVu Sans Mono"/>
              </a:rPr>
              <a:t>제목</a:t>
            </a:r>
            <a:r>
              <a:rPr b="0" lang="en-US" sz="900" spc="-1" strike="noStrike">
                <a:solidFill>
                  <a:srgbClr val="93a3ba"/>
                </a:solidFill>
                <a:latin typeface="DejaVu Sans Mono"/>
                <a:ea typeface="DejaVu Sans Mono"/>
              </a:rPr>
              <a:t>·URL </a:t>
            </a:r>
            <a:r>
              <a:rPr b="0" lang="zh-CN" sz="900" spc="-1" strike="noStrike">
                <a:solidFill>
                  <a:srgbClr val="93a3ba"/>
                </a:solidFill>
                <a:latin typeface="DejaVu Sans Mono"/>
                <a:ea typeface="DejaVu Sans Mono"/>
              </a:rPr>
              <a:t>키워드 매칭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9" name="Shape 50"/>
          <p:cNvSpPr/>
          <p:nvPr/>
        </p:nvSpPr>
        <p:spPr>
          <a:xfrm>
            <a:off x="8074080" y="3392280"/>
            <a:ext cx="118440" cy="118440"/>
          </a:xfrm>
          <a:prstGeom prst="ellipse">
            <a:avLst/>
          </a:prstGeom>
          <a:solidFill>
            <a:srgbClr val="5b9b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8880" bIns="388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0" name="Text 51"/>
          <p:cNvSpPr/>
          <p:nvPr/>
        </p:nvSpPr>
        <p:spPr>
          <a:xfrm>
            <a:off x="8275320" y="3291840"/>
            <a:ext cx="3200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300" spc="-1" strike="noStrike">
                <a:solidFill>
                  <a:srgbClr val="e6edf6"/>
                </a:solidFill>
                <a:latin typeface="Noto Sans KR"/>
                <a:ea typeface="Noto Sans KR"/>
              </a:rPr>
              <a:t>중복 </a:t>
            </a:r>
            <a:r>
              <a:rPr b="1" lang="en-US" sz="1300" spc="-1" strike="noStrike">
                <a:solidFill>
                  <a:srgbClr val="e6edf6"/>
                </a:solidFill>
                <a:latin typeface="Noto Sans KR"/>
                <a:ea typeface="Noto Sans KR"/>
              </a:rPr>
              <a:t>URL </a:t>
            </a:r>
            <a:r>
              <a:rPr b="1" lang="zh-CN" sz="1300" spc="-1" strike="noStrike">
                <a:solidFill>
                  <a:srgbClr val="e6edf6"/>
                </a:solidFill>
                <a:latin typeface="Noto Sans KR"/>
                <a:ea typeface="Noto Sans KR"/>
              </a:rPr>
              <a:t>탐지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1" name="Text 52"/>
          <p:cNvSpPr/>
          <p:nvPr/>
        </p:nvSpPr>
        <p:spPr>
          <a:xfrm>
            <a:off x="8275320" y="3529440"/>
            <a:ext cx="3181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900" spc="-1" strike="noStrike">
                <a:solidFill>
                  <a:srgbClr val="93a3ba"/>
                </a:solidFill>
                <a:latin typeface="DejaVu Sans Mono"/>
                <a:ea typeface="DejaVu Sans Mono"/>
              </a:rPr>
              <a:t>같은 주소 북마크 그룹화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2" name="Shape 53"/>
          <p:cNvSpPr/>
          <p:nvPr/>
        </p:nvSpPr>
        <p:spPr>
          <a:xfrm>
            <a:off x="8074080" y="3940920"/>
            <a:ext cx="118440" cy="118440"/>
          </a:xfrm>
          <a:prstGeom prst="ellipse">
            <a:avLst/>
          </a:prstGeom>
          <a:solidFill>
            <a:srgbClr val="f488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8880" bIns="3888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Text 54"/>
          <p:cNvSpPr/>
          <p:nvPr/>
        </p:nvSpPr>
        <p:spPr>
          <a:xfrm>
            <a:off x="8275320" y="3840480"/>
            <a:ext cx="3200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6edf6"/>
                </a:solidFill>
                <a:latin typeface="Noto Sans KR"/>
                <a:ea typeface="Noto Sans KR"/>
              </a:rPr>
              <a:t>URL </a:t>
            </a:r>
            <a:r>
              <a:rPr b="1" lang="zh-CN" sz="1300" spc="-1" strike="noStrike">
                <a:solidFill>
                  <a:srgbClr val="e6edf6"/>
                </a:solidFill>
                <a:latin typeface="Noto Sans KR"/>
                <a:ea typeface="Noto Sans KR"/>
              </a:rPr>
              <a:t>쿼리 마스킹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4" name="Text 55"/>
          <p:cNvSpPr/>
          <p:nvPr/>
        </p:nvSpPr>
        <p:spPr>
          <a:xfrm>
            <a:off x="8275320" y="4078080"/>
            <a:ext cx="3181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93a3ba"/>
                </a:solidFill>
                <a:latin typeface="DejaVu Sans Mono"/>
                <a:ea typeface="DejaVu Sans Mono"/>
              </a:rPr>
              <a:t>--mask-bookmark-query (</a:t>
            </a:r>
            <a:r>
              <a:rPr b="0" lang="zh-CN" sz="900" spc="-1" strike="noStrike">
                <a:solidFill>
                  <a:srgbClr val="93a3ba"/>
                </a:solidFill>
                <a:latin typeface="DejaVu Sans Mono"/>
                <a:ea typeface="DejaVu Sans Mono"/>
              </a:rPr>
              <a:t>토큰</a:t>
            </a:r>
            <a:r>
              <a:rPr b="0" lang="en-US" sz="900" spc="-1" strike="noStrike">
                <a:solidFill>
                  <a:srgbClr val="93a3ba"/>
                </a:solidFill>
                <a:latin typeface="DejaVu Sans Mono"/>
                <a:ea typeface="DejaVu Sans Mono"/>
              </a:rPr>
              <a:t>·ID </a:t>
            </a:r>
            <a:r>
              <a:rPr b="0" lang="zh-CN" sz="900" spc="-1" strike="noStrike">
                <a:solidFill>
                  <a:srgbClr val="93a3ba"/>
                </a:solidFill>
                <a:latin typeface="DejaVu Sans Mono"/>
                <a:ea typeface="DejaVu Sans Mono"/>
              </a:rPr>
              <a:t>제거</a:t>
            </a:r>
            <a:r>
              <a:rPr b="0" lang="en-US" sz="900" spc="-1" strike="noStrike">
                <a:solidFill>
                  <a:srgbClr val="93a3ba"/>
                </a:solidFill>
                <a:latin typeface="DejaVu Sans Mono"/>
                <a:ea typeface="DejaVu Sans Mono"/>
              </a:rPr>
              <a:t>)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5" name="Shape 56"/>
          <p:cNvSpPr/>
          <p:nvPr/>
        </p:nvSpPr>
        <p:spPr>
          <a:xfrm>
            <a:off x="8074080" y="4489560"/>
            <a:ext cx="118440" cy="118440"/>
          </a:xfrm>
          <a:prstGeom prst="ellipse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8880" bIns="3888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Text 57"/>
          <p:cNvSpPr/>
          <p:nvPr/>
        </p:nvSpPr>
        <p:spPr>
          <a:xfrm>
            <a:off x="8275320" y="4389120"/>
            <a:ext cx="3200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300" spc="-1" strike="noStrike">
                <a:solidFill>
                  <a:srgbClr val="e6edf6"/>
                </a:solidFill>
                <a:latin typeface="Noto Sans KR"/>
                <a:ea typeface="Noto Sans KR"/>
              </a:rPr>
              <a:t>도메인 제외 </a:t>
            </a:r>
            <a:r>
              <a:rPr b="1" lang="en-US" sz="1300" spc="-1" strike="noStrike">
                <a:solidFill>
                  <a:srgbClr val="e6edf6"/>
                </a:solidFill>
                <a:latin typeface="Noto Sans KR"/>
                <a:ea typeface="Noto Sans KR"/>
              </a:rPr>
              <a:t>· </a:t>
            </a:r>
            <a:r>
              <a:rPr b="1" lang="zh-CN" sz="1300" spc="-1" strike="noStrike">
                <a:solidFill>
                  <a:srgbClr val="e6edf6"/>
                </a:solidFill>
                <a:latin typeface="Noto Sans KR"/>
                <a:ea typeface="Noto Sans KR"/>
              </a:rPr>
              <a:t>분석 끄기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7" name="Text 58"/>
          <p:cNvSpPr/>
          <p:nvPr/>
        </p:nvSpPr>
        <p:spPr>
          <a:xfrm>
            <a:off x="8275320" y="4626720"/>
            <a:ext cx="3181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93a3ba"/>
                </a:solidFill>
                <a:latin typeface="DejaVu Sans Mono"/>
                <a:ea typeface="DejaVu Sans Mono"/>
              </a:rPr>
              <a:t>--exclude-domain · --no-bookmarks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8" name="Shape 59"/>
          <p:cNvSpPr/>
          <p:nvPr/>
        </p:nvSpPr>
        <p:spPr>
          <a:xfrm>
            <a:off x="7818120" y="5120640"/>
            <a:ext cx="3840120" cy="868320"/>
          </a:xfrm>
          <a:prstGeom prst="rect">
            <a:avLst/>
          </a:prstGeom>
          <a:solidFill>
            <a:srgbClr val="13243b"/>
          </a:solidFill>
          <a:ln w="12700">
            <a:solidFill>
              <a:srgbClr val="1f34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9" name="Text 60"/>
          <p:cNvSpPr/>
          <p:nvPr/>
        </p:nvSpPr>
        <p:spPr>
          <a:xfrm>
            <a:off x="8046720" y="5248800"/>
            <a:ext cx="3200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299" strike="noStrike">
                <a:solidFill>
                  <a:srgbClr val="6e83a2"/>
                </a:solidFill>
                <a:latin typeface="Noto Sans KR"/>
                <a:ea typeface="Noto Sans KR"/>
              </a:rPr>
              <a:t>SUPPORTED BROWSERS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50" name="Image 0" descr="/home/claude/icons/chrome_teal.png"/>
          <p:cNvPicPr/>
          <p:nvPr/>
        </p:nvPicPr>
        <p:blipFill>
          <a:blip r:embed="rId1"/>
          <a:stretch/>
        </p:blipFill>
        <p:spPr>
          <a:xfrm>
            <a:off x="8074080" y="553212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351" name="Text 61"/>
          <p:cNvSpPr/>
          <p:nvPr/>
        </p:nvSpPr>
        <p:spPr>
          <a:xfrm>
            <a:off x="8403480" y="5523120"/>
            <a:ext cx="11883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6edf6"/>
                </a:solidFill>
                <a:latin typeface="Noto Sans KR"/>
                <a:ea typeface="Noto Sans KR"/>
              </a:rPr>
              <a:t>Chrome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52" name="Image 1" descr="/home/claude/icons/edge_blue.png"/>
          <p:cNvPicPr/>
          <p:nvPr/>
        </p:nvPicPr>
        <p:blipFill>
          <a:blip r:embed="rId2"/>
          <a:stretch/>
        </p:blipFill>
        <p:spPr>
          <a:xfrm>
            <a:off x="9738360" y="553212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353" name="Text 62"/>
          <p:cNvSpPr/>
          <p:nvPr/>
        </p:nvSpPr>
        <p:spPr>
          <a:xfrm>
            <a:off x="10067400" y="5523120"/>
            <a:ext cx="11883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6edf6"/>
                </a:solidFill>
                <a:latin typeface="Noto Sans KR"/>
                <a:ea typeface="Noto Sans KR"/>
              </a:rPr>
              <a:t>Edge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Shape 0"/>
          <p:cNvSpPr/>
          <p:nvPr/>
        </p:nvSpPr>
        <p:spPr>
          <a:xfrm>
            <a:off x="502920" y="475560"/>
            <a:ext cx="63720" cy="237240"/>
          </a:xfrm>
          <a:prstGeom prst="rect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Text 1"/>
          <p:cNvSpPr/>
          <p:nvPr/>
        </p:nvSpPr>
        <p:spPr>
          <a:xfrm>
            <a:off x="685800" y="4572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99" strike="noStrike">
                <a:solidFill>
                  <a:srgbClr val="2dd4bf"/>
                </a:solidFill>
                <a:latin typeface="Noto Sans KR"/>
                <a:ea typeface="Noto Sans KR"/>
              </a:rPr>
              <a:t>07  ·  SAFETY BY DESIGN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6" name="Text 2"/>
          <p:cNvSpPr/>
          <p:nvPr/>
        </p:nvSpPr>
        <p:spPr>
          <a:xfrm>
            <a:off x="475560" y="786240"/>
            <a:ext cx="109724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4000" spc="-1" strike="noStrike">
                <a:solidFill>
                  <a:srgbClr val="e6edf6"/>
                </a:solidFill>
                <a:latin typeface="Noto Sans KR"/>
                <a:ea typeface="Noto Sans KR"/>
              </a:rPr>
              <a:t>안전 설계 원칙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7" name="Text 3"/>
          <p:cNvSpPr/>
          <p:nvPr/>
        </p:nvSpPr>
        <p:spPr>
          <a:xfrm>
            <a:off x="502920" y="1664280"/>
            <a:ext cx="11155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450" spc="-1" strike="noStrike">
                <a:solidFill>
                  <a:srgbClr val="93a3ba"/>
                </a:solidFill>
                <a:latin typeface="Noto Sans KR"/>
                <a:ea typeface="Noto Sans KR"/>
              </a:rPr>
              <a:t>이 시스템의 </a:t>
            </a:r>
            <a:r>
              <a:rPr b="0" lang="en-US" sz="1450" spc="-1" strike="noStrike">
                <a:solidFill>
                  <a:srgbClr val="93a3ba"/>
                </a:solidFill>
                <a:latin typeface="Noto Sans KR"/>
                <a:ea typeface="Noto Sans KR"/>
              </a:rPr>
              <a:t>1</a:t>
            </a:r>
            <a:r>
              <a:rPr b="0" lang="zh-CN" sz="1450" spc="-1" strike="noStrike">
                <a:solidFill>
                  <a:srgbClr val="93a3ba"/>
                </a:solidFill>
                <a:latin typeface="Noto Sans KR"/>
                <a:ea typeface="Noto Sans KR"/>
              </a:rPr>
              <a:t>순위는 </a:t>
            </a:r>
            <a:r>
              <a:rPr b="0" lang="en-US" sz="1450" spc="-1" strike="noStrike">
                <a:solidFill>
                  <a:srgbClr val="93a3ba"/>
                </a:solidFill>
                <a:latin typeface="Noto Sans KR"/>
                <a:ea typeface="Noto Sans KR"/>
              </a:rPr>
              <a:t>'</a:t>
            </a:r>
            <a:r>
              <a:rPr b="0" lang="zh-CN" sz="1450" spc="-1" strike="noStrike">
                <a:solidFill>
                  <a:srgbClr val="93a3ba"/>
                </a:solidFill>
                <a:latin typeface="Noto Sans KR"/>
                <a:ea typeface="Noto Sans KR"/>
              </a:rPr>
              <a:t>사용자 파일을 절대 잃지 않는 것</a:t>
            </a:r>
            <a:r>
              <a:rPr b="0" lang="en-US" sz="1450" spc="-1" strike="noStrike">
                <a:solidFill>
                  <a:srgbClr val="93a3ba"/>
                </a:solidFill>
                <a:latin typeface="Noto Sans KR"/>
                <a:ea typeface="Noto Sans KR"/>
              </a:rPr>
              <a:t>'</a:t>
            </a: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8" name="Text 4"/>
          <p:cNvSpPr/>
          <p:nvPr/>
        </p:nvSpPr>
        <p:spPr>
          <a:xfrm>
            <a:off x="10881360" y="384120"/>
            <a:ext cx="1005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7" strike="noStrike">
                <a:solidFill>
                  <a:srgbClr val="93a3ba"/>
                </a:solidFill>
                <a:latin typeface="Noto Sans KR"/>
                <a:ea typeface="Noto Sans KR"/>
              </a:rPr>
              <a:t>08</a:t>
            </a:r>
            <a:r>
              <a:rPr b="0" lang="en-US" sz="1100" spc="97" strike="noStrike">
                <a:solidFill>
                  <a:srgbClr val="566983"/>
                </a:solidFill>
                <a:latin typeface="Noto Sans KR"/>
                <a:ea typeface="Noto Sans KR"/>
              </a:rPr>
              <a:t>  / 13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9" name="Text 5"/>
          <p:cNvSpPr/>
          <p:nvPr/>
        </p:nvSpPr>
        <p:spPr>
          <a:xfrm>
            <a:off x="502920" y="641916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248" strike="noStrike">
                <a:solidFill>
                  <a:srgbClr val="33455e"/>
                </a:solidFill>
                <a:latin typeface="Noto Sans KR"/>
                <a:ea typeface="Noto Sans KR"/>
              </a:rPr>
              <a:t>DOWNLOADORGANIZER  ·  SAFE-BY-DESIGN FILE AUTOMATION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0" name="Shape 6"/>
          <p:cNvSpPr/>
          <p:nvPr/>
        </p:nvSpPr>
        <p:spPr>
          <a:xfrm>
            <a:off x="502920" y="2286000"/>
            <a:ext cx="3657240" cy="1481040"/>
          </a:xfrm>
          <a:prstGeom prst="rect">
            <a:avLst/>
          </a:prstGeom>
          <a:solidFill>
            <a:srgbClr val="111f33"/>
          </a:solidFill>
          <a:ln w="12700">
            <a:solidFill>
              <a:srgbClr val="1f34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1" name="Shape 7"/>
          <p:cNvSpPr/>
          <p:nvPr/>
        </p:nvSpPr>
        <p:spPr>
          <a:xfrm>
            <a:off x="502920" y="2286000"/>
            <a:ext cx="54360" cy="1481040"/>
          </a:xfrm>
          <a:prstGeom prst="rect">
            <a:avLst/>
          </a:prstGeom>
          <a:solidFill>
            <a:srgbClr val="ee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2" name="Shape 8"/>
          <p:cNvSpPr/>
          <p:nvPr/>
        </p:nvSpPr>
        <p:spPr>
          <a:xfrm>
            <a:off x="777240" y="2541960"/>
            <a:ext cx="456840" cy="456840"/>
          </a:xfrm>
          <a:prstGeom prst="roundRect">
            <a:avLst>
              <a:gd name="adj" fmla="val 12000"/>
            </a:avLst>
          </a:prstGeom>
          <a:solidFill>
            <a:srgbClr val="ee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63" name="Image 0" descr="/home/claude/icons/ban_white.png"/>
          <p:cNvPicPr/>
          <p:nvPr/>
        </p:nvPicPr>
        <p:blipFill>
          <a:blip r:embed="rId1"/>
          <a:stretch/>
        </p:blipFill>
        <p:spPr>
          <a:xfrm>
            <a:off x="887040" y="2651760"/>
            <a:ext cx="237240" cy="237240"/>
          </a:xfrm>
          <a:prstGeom prst="rect">
            <a:avLst/>
          </a:prstGeom>
          <a:ln w="0">
            <a:noFill/>
          </a:ln>
        </p:spPr>
      </p:pic>
      <p:sp>
        <p:nvSpPr>
          <p:cNvPr id="364" name="Text 9"/>
          <p:cNvSpPr/>
          <p:nvPr/>
        </p:nvSpPr>
        <p:spPr>
          <a:xfrm>
            <a:off x="1371600" y="2541960"/>
            <a:ext cx="2605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500" spc="-1" strike="noStrike">
                <a:solidFill>
                  <a:srgbClr val="e6edf6"/>
                </a:solidFill>
                <a:latin typeface="Noto Sans KR"/>
                <a:ea typeface="Noto Sans KR"/>
              </a:rPr>
              <a:t>삭제 코드가 없음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5" name="Text 10"/>
          <p:cNvSpPr/>
          <p:nvPr/>
        </p:nvSpPr>
        <p:spPr>
          <a:xfrm>
            <a:off x="795600" y="3127320"/>
            <a:ext cx="3108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93a3ba"/>
                </a:solidFill>
                <a:latin typeface="Noto Sans KR"/>
                <a:ea typeface="Noto Sans KR"/>
              </a:rPr>
              <a:t>remove · unlink · rmtree </a:t>
            </a:r>
            <a:r>
              <a:rPr b="0" lang="zh-CN" sz="1050" spc="-1" strike="noStrike">
                <a:solidFill>
                  <a:srgbClr val="93a3ba"/>
                </a:solidFill>
                <a:latin typeface="Noto Sans KR"/>
                <a:ea typeface="Noto Sans KR"/>
              </a:rPr>
              <a:t>부재</a:t>
            </a:r>
            <a:r>
              <a:rPr b="0" lang="en-US" sz="1050" spc="-1" strike="noStrike">
                <a:solidFill>
                  <a:srgbClr val="93a3ba"/>
                </a:solidFill>
                <a:latin typeface="Noto Sans KR"/>
                <a:ea typeface="Noto Sans KR"/>
              </a:rPr>
              <a:t>. </a:t>
            </a:r>
            <a:r>
              <a:rPr b="0" lang="zh-CN" sz="1050" spc="-1" strike="noStrike">
                <a:solidFill>
                  <a:srgbClr val="93a3ba"/>
                </a:solidFill>
                <a:latin typeface="Noto Sans KR"/>
                <a:ea typeface="Noto Sans KR"/>
              </a:rPr>
              <a:t>오직 </a:t>
            </a:r>
            <a:r>
              <a:rPr b="0" lang="en-US" sz="1050" spc="-1" strike="noStrike">
                <a:solidFill>
                  <a:srgbClr val="93a3ba"/>
                </a:solidFill>
                <a:latin typeface="Noto Sans KR"/>
                <a:ea typeface="Noto Sans KR"/>
              </a:rPr>
              <a:t>shutil.move</a:t>
            </a:r>
            <a:r>
              <a:rPr b="0" lang="zh-CN" sz="1050" spc="-1" strike="noStrike">
                <a:solidFill>
                  <a:srgbClr val="93a3ba"/>
                </a:solidFill>
                <a:latin typeface="Noto Sans KR"/>
                <a:ea typeface="Noto Sans KR"/>
              </a:rPr>
              <a:t>만 사용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6" name="Shape 11"/>
          <p:cNvSpPr/>
          <p:nvPr/>
        </p:nvSpPr>
        <p:spPr>
          <a:xfrm>
            <a:off x="4265640" y="2286000"/>
            <a:ext cx="3657240" cy="1481040"/>
          </a:xfrm>
          <a:prstGeom prst="rect">
            <a:avLst/>
          </a:prstGeom>
          <a:solidFill>
            <a:srgbClr val="111f33"/>
          </a:solidFill>
          <a:ln w="12700">
            <a:solidFill>
              <a:srgbClr val="1f34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7" name="Shape 12"/>
          <p:cNvSpPr/>
          <p:nvPr/>
        </p:nvSpPr>
        <p:spPr>
          <a:xfrm>
            <a:off x="4265640" y="2286000"/>
            <a:ext cx="54360" cy="1481040"/>
          </a:xfrm>
          <a:prstGeom prst="rect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8" name="Shape 13"/>
          <p:cNvSpPr/>
          <p:nvPr/>
        </p:nvSpPr>
        <p:spPr>
          <a:xfrm>
            <a:off x="4539960" y="2541960"/>
            <a:ext cx="456840" cy="456840"/>
          </a:xfrm>
          <a:prstGeom prst="roundRect">
            <a:avLst>
              <a:gd name="adj" fmla="val 12000"/>
            </a:avLst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69" name="Image 1" descr="/home/claude/icons/eye_white.png"/>
          <p:cNvPicPr/>
          <p:nvPr/>
        </p:nvPicPr>
        <p:blipFill>
          <a:blip r:embed="rId2"/>
          <a:stretch/>
        </p:blipFill>
        <p:spPr>
          <a:xfrm>
            <a:off x="4649760" y="2651760"/>
            <a:ext cx="237240" cy="237240"/>
          </a:xfrm>
          <a:prstGeom prst="rect">
            <a:avLst/>
          </a:prstGeom>
          <a:ln w="0">
            <a:noFill/>
          </a:ln>
        </p:spPr>
      </p:pic>
      <p:sp>
        <p:nvSpPr>
          <p:cNvPr id="370" name="Text 14"/>
          <p:cNvSpPr/>
          <p:nvPr/>
        </p:nvSpPr>
        <p:spPr>
          <a:xfrm>
            <a:off x="5134320" y="2541960"/>
            <a:ext cx="2605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500" spc="-1" strike="noStrike">
                <a:solidFill>
                  <a:srgbClr val="e6edf6"/>
                </a:solidFill>
                <a:latin typeface="Noto Sans KR"/>
                <a:ea typeface="Noto Sans KR"/>
              </a:rPr>
              <a:t>기본 </a:t>
            </a:r>
            <a:r>
              <a:rPr b="1" lang="en-US" sz="1500" spc="-1" strike="noStrike">
                <a:solidFill>
                  <a:srgbClr val="e6edf6"/>
                </a:solidFill>
                <a:latin typeface="Noto Sans KR"/>
                <a:ea typeface="Noto Sans KR"/>
              </a:rPr>
              <a:t>dry-run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1" name="Text 15"/>
          <p:cNvSpPr/>
          <p:nvPr/>
        </p:nvSpPr>
        <p:spPr>
          <a:xfrm>
            <a:off x="4558320" y="3127320"/>
            <a:ext cx="3108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b="0" lang="zh-CN" sz="1050" spc="-1" strike="noStrike">
                <a:solidFill>
                  <a:srgbClr val="93a3ba"/>
                </a:solidFill>
                <a:latin typeface="Noto Sans KR"/>
                <a:ea typeface="Noto Sans KR"/>
              </a:rPr>
              <a:t>확인 없이는 이동 금지</a:t>
            </a:r>
            <a:r>
              <a:rPr b="0" lang="en-US" sz="1050" spc="-1" strike="noStrike">
                <a:solidFill>
                  <a:srgbClr val="93a3ba"/>
                </a:solidFill>
                <a:latin typeface="Noto Sans KR"/>
                <a:ea typeface="Noto Sans KR"/>
              </a:rPr>
              <a:t>. analyze</a:t>
            </a:r>
            <a:r>
              <a:rPr b="0" lang="zh-CN" sz="1050" spc="-1" strike="noStrike">
                <a:solidFill>
                  <a:srgbClr val="93a3ba"/>
                </a:solidFill>
                <a:latin typeface="Noto Sans KR"/>
                <a:ea typeface="Noto Sans KR"/>
              </a:rPr>
              <a:t>로 먼저 미리보기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2" name="Shape 16"/>
          <p:cNvSpPr/>
          <p:nvPr/>
        </p:nvSpPr>
        <p:spPr>
          <a:xfrm>
            <a:off x="8028360" y="2286000"/>
            <a:ext cx="3657240" cy="1481040"/>
          </a:xfrm>
          <a:prstGeom prst="rect">
            <a:avLst/>
          </a:prstGeom>
          <a:solidFill>
            <a:srgbClr val="111f33"/>
          </a:solidFill>
          <a:ln w="12700">
            <a:solidFill>
              <a:srgbClr val="1f34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3" name="Shape 17"/>
          <p:cNvSpPr/>
          <p:nvPr/>
        </p:nvSpPr>
        <p:spPr>
          <a:xfrm>
            <a:off x="8028360" y="2286000"/>
            <a:ext cx="54360" cy="1481040"/>
          </a:xfrm>
          <a:prstGeom prst="rect">
            <a:avLst/>
          </a:prstGeom>
          <a:solidFill>
            <a:srgbClr val="5b9b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4" name="Shape 18"/>
          <p:cNvSpPr/>
          <p:nvPr/>
        </p:nvSpPr>
        <p:spPr>
          <a:xfrm>
            <a:off x="8302680" y="2541960"/>
            <a:ext cx="456840" cy="456840"/>
          </a:xfrm>
          <a:prstGeom prst="roundRect">
            <a:avLst>
              <a:gd name="adj" fmla="val 12000"/>
            </a:avLst>
          </a:prstGeom>
          <a:solidFill>
            <a:srgbClr val="5b9b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75" name="Image 2" descr="/home/claude/icons/shield_white.png"/>
          <p:cNvPicPr/>
          <p:nvPr/>
        </p:nvPicPr>
        <p:blipFill>
          <a:blip r:embed="rId3"/>
          <a:stretch/>
        </p:blipFill>
        <p:spPr>
          <a:xfrm>
            <a:off x="8412480" y="2651760"/>
            <a:ext cx="237240" cy="237240"/>
          </a:xfrm>
          <a:prstGeom prst="rect">
            <a:avLst/>
          </a:prstGeom>
          <a:ln w="0">
            <a:noFill/>
          </a:ln>
        </p:spPr>
      </p:pic>
      <p:sp>
        <p:nvSpPr>
          <p:cNvPr id="376" name="Text 19"/>
          <p:cNvSpPr/>
          <p:nvPr/>
        </p:nvSpPr>
        <p:spPr>
          <a:xfrm>
            <a:off x="8897040" y="2541960"/>
            <a:ext cx="2605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500" spc="-1" strike="noStrike">
                <a:solidFill>
                  <a:srgbClr val="e6edf6"/>
                </a:solidFill>
                <a:latin typeface="Noto Sans KR"/>
                <a:ea typeface="Noto Sans KR"/>
              </a:rPr>
              <a:t>스캔 폴더 밖 미접근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7" name="Text 20"/>
          <p:cNvSpPr/>
          <p:nvPr/>
        </p:nvSpPr>
        <p:spPr>
          <a:xfrm>
            <a:off x="8321040" y="3127320"/>
            <a:ext cx="3108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93a3ba"/>
                </a:solidFill>
                <a:latin typeface="Noto Sans KR"/>
                <a:ea typeface="Noto Sans KR"/>
              </a:rPr>
              <a:t>ensure_source_within_scan_root — </a:t>
            </a:r>
            <a:r>
              <a:rPr b="0" lang="zh-CN" sz="1050" spc="-1" strike="noStrike">
                <a:solidFill>
                  <a:srgbClr val="93a3ba"/>
                </a:solidFill>
                <a:latin typeface="Noto Sans KR"/>
                <a:ea typeface="Noto Sans KR"/>
              </a:rPr>
              <a:t>마지막 방어선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8" name="Shape 21"/>
          <p:cNvSpPr/>
          <p:nvPr/>
        </p:nvSpPr>
        <p:spPr>
          <a:xfrm>
            <a:off x="502920" y="3913560"/>
            <a:ext cx="3657240" cy="1481040"/>
          </a:xfrm>
          <a:prstGeom prst="rect">
            <a:avLst/>
          </a:prstGeom>
          <a:solidFill>
            <a:srgbClr val="111f33"/>
          </a:solidFill>
          <a:ln w="12700">
            <a:solidFill>
              <a:srgbClr val="1f34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9" name="Shape 22"/>
          <p:cNvSpPr/>
          <p:nvPr/>
        </p:nvSpPr>
        <p:spPr>
          <a:xfrm>
            <a:off x="502920" y="3913560"/>
            <a:ext cx="54360" cy="1481040"/>
          </a:xfrm>
          <a:prstGeom prst="rect">
            <a:avLst/>
          </a:prstGeom>
          <a:solidFill>
            <a:srgbClr val="f488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Shape 23"/>
          <p:cNvSpPr/>
          <p:nvPr/>
        </p:nvSpPr>
        <p:spPr>
          <a:xfrm>
            <a:off x="777240" y="4169520"/>
            <a:ext cx="456840" cy="456840"/>
          </a:xfrm>
          <a:prstGeom prst="roundRect">
            <a:avLst>
              <a:gd name="adj" fmla="val 12000"/>
            </a:avLst>
          </a:prstGeom>
          <a:solidFill>
            <a:srgbClr val="f488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81" name="Image 3" descr="/home/claude/icons/lock_white.png"/>
          <p:cNvPicPr/>
          <p:nvPr/>
        </p:nvPicPr>
        <p:blipFill>
          <a:blip r:embed="rId4"/>
          <a:stretch/>
        </p:blipFill>
        <p:spPr>
          <a:xfrm>
            <a:off x="887040" y="4279320"/>
            <a:ext cx="237240" cy="237240"/>
          </a:xfrm>
          <a:prstGeom prst="rect">
            <a:avLst/>
          </a:prstGeom>
          <a:ln w="0">
            <a:noFill/>
          </a:ln>
        </p:spPr>
      </p:pic>
      <p:sp>
        <p:nvSpPr>
          <p:cNvPr id="382" name="Text 24"/>
          <p:cNvSpPr/>
          <p:nvPr/>
        </p:nvSpPr>
        <p:spPr>
          <a:xfrm>
            <a:off x="1371600" y="4169520"/>
            <a:ext cx="2605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500" spc="-1" strike="noStrike">
                <a:solidFill>
                  <a:srgbClr val="e6edf6"/>
                </a:solidFill>
                <a:latin typeface="Noto Sans KR"/>
                <a:ea typeface="Noto Sans KR"/>
              </a:rPr>
              <a:t>시스템</a:t>
            </a:r>
            <a:r>
              <a:rPr b="1" lang="en-US" sz="1500" spc="-1" strike="noStrike">
                <a:solidFill>
                  <a:srgbClr val="e6edf6"/>
                </a:solidFill>
                <a:latin typeface="Noto Sans KR"/>
                <a:ea typeface="Noto Sans KR"/>
              </a:rPr>
              <a:t>·</a:t>
            </a:r>
            <a:r>
              <a:rPr b="1" lang="zh-CN" sz="1500" spc="-1" strike="noStrike">
                <a:solidFill>
                  <a:srgbClr val="e6edf6"/>
                </a:solidFill>
                <a:latin typeface="Noto Sans KR"/>
                <a:ea typeface="Noto Sans KR"/>
              </a:rPr>
              <a:t>개인 경로 차단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3" name="Text 25"/>
          <p:cNvSpPr/>
          <p:nvPr/>
        </p:nvSpPr>
        <p:spPr>
          <a:xfrm>
            <a:off x="795600" y="4754880"/>
            <a:ext cx="3108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93a3ba"/>
                </a:solidFill>
                <a:latin typeface="Noto Sans KR"/>
                <a:ea typeface="Noto Sans KR"/>
              </a:rPr>
              <a:t>Windows · Program Files · AppData · Desktop · Documents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4" name="Shape 26"/>
          <p:cNvSpPr/>
          <p:nvPr/>
        </p:nvSpPr>
        <p:spPr>
          <a:xfrm>
            <a:off x="4265640" y="3913560"/>
            <a:ext cx="3657240" cy="1481040"/>
          </a:xfrm>
          <a:prstGeom prst="rect">
            <a:avLst/>
          </a:prstGeom>
          <a:solidFill>
            <a:srgbClr val="111f33"/>
          </a:solidFill>
          <a:ln w="12700">
            <a:solidFill>
              <a:srgbClr val="1f34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5" name="Shape 27"/>
          <p:cNvSpPr/>
          <p:nvPr/>
        </p:nvSpPr>
        <p:spPr>
          <a:xfrm>
            <a:off x="4265640" y="3913560"/>
            <a:ext cx="54360" cy="1481040"/>
          </a:xfrm>
          <a:prstGeom prst="rect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Shape 28"/>
          <p:cNvSpPr/>
          <p:nvPr/>
        </p:nvSpPr>
        <p:spPr>
          <a:xfrm>
            <a:off x="4539960" y="4169520"/>
            <a:ext cx="456840" cy="456840"/>
          </a:xfrm>
          <a:prstGeom prst="roundRect">
            <a:avLst>
              <a:gd name="adj" fmla="val 12000"/>
            </a:avLst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87" name="Image 4" descr="/home/claude/icons/key_white.png"/>
          <p:cNvPicPr/>
          <p:nvPr/>
        </p:nvPicPr>
        <p:blipFill>
          <a:blip r:embed="rId5"/>
          <a:stretch/>
        </p:blipFill>
        <p:spPr>
          <a:xfrm>
            <a:off x="4649760" y="4279320"/>
            <a:ext cx="237240" cy="237240"/>
          </a:xfrm>
          <a:prstGeom prst="rect">
            <a:avLst/>
          </a:prstGeom>
          <a:ln w="0">
            <a:noFill/>
          </a:ln>
        </p:spPr>
      </p:pic>
      <p:sp>
        <p:nvSpPr>
          <p:cNvPr id="388" name="Text 29"/>
          <p:cNvSpPr/>
          <p:nvPr/>
        </p:nvSpPr>
        <p:spPr>
          <a:xfrm>
            <a:off x="5134320" y="4169520"/>
            <a:ext cx="2605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500" spc="-1" strike="noStrike">
                <a:solidFill>
                  <a:srgbClr val="e6edf6"/>
                </a:solidFill>
                <a:latin typeface="Noto Sans KR"/>
                <a:ea typeface="Noto Sans KR"/>
              </a:rPr>
              <a:t>계획 토큰 바인딩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9" name="Text 30"/>
          <p:cNvSpPr/>
          <p:nvPr/>
        </p:nvSpPr>
        <p:spPr>
          <a:xfrm>
            <a:off x="4558320" y="4754880"/>
            <a:ext cx="3108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b="0" lang="zh-CN" sz="1050" spc="-1" strike="noStrike">
                <a:solidFill>
                  <a:srgbClr val="93a3ba"/>
                </a:solidFill>
                <a:latin typeface="Noto Sans KR"/>
                <a:ea typeface="Noto Sans KR"/>
              </a:rPr>
              <a:t>검토한 그 계획만 적용</a:t>
            </a:r>
            <a:r>
              <a:rPr b="0" lang="en-US" sz="1050" spc="-1" strike="noStrike">
                <a:solidFill>
                  <a:srgbClr val="93a3ba"/>
                </a:solidFill>
                <a:latin typeface="Noto Sans KR"/>
                <a:ea typeface="Noto Sans KR"/>
              </a:rPr>
              <a:t>. </a:t>
            </a:r>
            <a:r>
              <a:rPr b="0" lang="zh-CN" sz="1050" spc="-1" strike="noStrike">
                <a:solidFill>
                  <a:srgbClr val="93a3ba"/>
                </a:solidFill>
                <a:latin typeface="Noto Sans KR"/>
                <a:ea typeface="Noto Sans KR"/>
              </a:rPr>
              <a:t>바뀌면 토큰 불일치로 차단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0" name="Shape 31"/>
          <p:cNvSpPr/>
          <p:nvPr/>
        </p:nvSpPr>
        <p:spPr>
          <a:xfrm>
            <a:off x="8028360" y="3913560"/>
            <a:ext cx="3657240" cy="1481040"/>
          </a:xfrm>
          <a:prstGeom prst="rect">
            <a:avLst/>
          </a:prstGeom>
          <a:solidFill>
            <a:srgbClr val="111f33"/>
          </a:solidFill>
          <a:ln w="12700">
            <a:solidFill>
              <a:srgbClr val="1f34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1" name="Shape 32"/>
          <p:cNvSpPr/>
          <p:nvPr/>
        </p:nvSpPr>
        <p:spPr>
          <a:xfrm>
            <a:off x="8028360" y="3913560"/>
            <a:ext cx="54360" cy="1481040"/>
          </a:xfrm>
          <a:prstGeom prst="rect">
            <a:avLst/>
          </a:prstGeom>
          <a:solidFill>
            <a:srgbClr val="5eea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2" name="Shape 33"/>
          <p:cNvSpPr/>
          <p:nvPr/>
        </p:nvSpPr>
        <p:spPr>
          <a:xfrm>
            <a:off x="8302680" y="4169520"/>
            <a:ext cx="456840" cy="456840"/>
          </a:xfrm>
          <a:prstGeom prst="roundRect">
            <a:avLst>
              <a:gd name="adj" fmla="val 12000"/>
            </a:avLst>
          </a:prstGeom>
          <a:solidFill>
            <a:srgbClr val="5eea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93" name="Image 5" descr="/home/claude/icons/history_white.png"/>
          <p:cNvPicPr/>
          <p:nvPr/>
        </p:nvPicPr>
        <p:blipFill>
          <a:blip r:embed="rId6"/>
          <a:stretch/>
        </p:blipFill>
        <p:spPr>
          <a:xfrm>
            <a:off x="8412480" y="4279320"/>
            <a:ext cx="237240" cy="237240"/>
          </a:xfrm>
          <a:prstGeom prst="rect">
            <a:avLst/>
          </a:prstGeom>
          <a:ln w="0">
            <a:noFill/>
          </a:ln>
        </p:spPr>
      </p:pic>
      <p:sp>
        <p:nvSpPr>
          <p:cNvPr id="394" name="Text 34"/>
          <p:cNvSpPr/>
          <p:nvPr/>
        </p:nvSpPr>
        <p:spPr>
          <a:xfrm>
            <a:off x="8897040" y="4169520"/>
            <a:ext cx="2605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500" spc="-1" strike="noStrike">
                <a:solidFill>
                  <a:srgbClr val="e6edf6"/>
                </a:solidFill>
                <a:latin typeface="Noto Sans KR"/>
                <a:ea typeface="Noto Sans KR"/>
              </a:rPr>
              <a:t>점진적 이력 기록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5" name="Text 35"/>
          <p:cNvSpPr/>
          <p:nvPr/>
        </p:nvSpPr>
        <p:spPr>
          <a:xfrm>
            <a:off x="8321040" y="4754880"/>
            <a:ext cx="3108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b="0" lang="zh-CN" sz="1050" spc="-1" strike="noStrike">
                <a:solidFill>
                  <a:srgbClr val="93a3ba"/>
                </a:solidFill>
                <a:latin typeface="Noto Sans KR"/>
                <a:ea typeface="Noto Sans KR"/>
              </a:rPr>
              <a:t>한 건씩 기록 → 중간 실패에도 되돌리기 가능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6" name="Shape 36"/>
          <p:cNvSpPr/>
          <p:nvPr/>
        </p:nvSpPr>
        <p:spPr>
          <a:xfrm>
            <a:off x="502920" y="5486400"/>
            <a:ext cx="11155320" cy="548280"/>
          </a:xfrm>
          <a:prstGeom prst="rect">
            <a:avLst/>
          </a:prstGeom>
          <a:solidFill>
            <a:srgbClr val="0f2a26"/>
          </a:solidFill>
          <a:ln w="12700">
            <a:solidFill>
              <a:srgbClr val="1e4a4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97" name="Image 6" descr="/home/claude/icons/checkc_teal.png"/>
          <p:cNvPicPr/>
          <p:nvPr/>
        </p:nvPicPr>
        <p:blipFill>
          <a:blip r:embed="rId7"/>
          <a:stretch/>
        </p:blipFill>
        <p:spPr>
          <a:xfrm>
            <a:off x="713160" y="5632560"/>
            <a:ext cx="255600" cy="255600"/>
          </a:xfrm>
          <a:prstGeom prst="rect">
            <a:avLst/>
          </a:prstGeom>
          <a:ln w="0">
            <a:noFill/>
          </a:ln>
        </p:spPr>
      </p:pic>
      <p:sp>
        <p:nvSpPr>
          <p:cNvPr id="398" name="Text 37"/>
          <p:cNvSpPr/>
          <p:nvPr/>
        </p:nvSpPr>
        <p:spPr>
          <a:xfrm>
            <a:off x="1078920" y="5486400"/>
            <a:ext cx="104238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200" spc="-1" strike="noStrike">
                <a:solidFill>
                  <a:srgbClr val="5eead4"/>
                </a:solidFill>
                <a:latin typeface="Noto Sans KR"/>
                <a:ea typeface="Noto Sans KR"/>
              </a:rPr>
              <a:t>설정으로도 안전을 약화시킬 수 없음</a:t>
            </a:r>
            <a:r>
              <a:rPr b="0" lang="en-US" sz="1200" spc="-1" strike="noStrike">
                <a:solidFill>
                  <a:srgbClr val="c2cedd"/>
                </a:solidFill>
                <a:latin typeface="Noto Sans KR"/>
                <a:ea typeface="Noto Sans KR"/>
              </a:rPr>
              <a:t> — </a:t>
            </a:r>
            <a:r>
              <a:rPr b="0" lang="en-US" sz="1200" spc="-1" strike="noStrike">
                <a:solidFill>
                  <a:srgbClr val="c2cedd"/>
                </a:solidFill>
                <a:latin typeface="Noto Sans KR"/>
                <a:ea typeface="Noto Sans KR"/>
              </a:rPr>
              <a:t>config.json</a:t>
            </a:r>
            <a:r>
              <a:rPr b="0" lang="zh-CN" sz="1200" spc="-1" strike="noStrike">
                <a:solidFill>
                  <a:srgbClr val="c2cedd"/>
                </a:solidFill>
                <a:latin typeface="Noto Sans KR"/>
                <a:ea typeface="Noto Sans KR"/>
              </a:rPr>
              <a:t>은 차단 경로를 </a:t>
            </a:r>
            <a:r>
              <a:rPr b="1" lang="zh-CN" sz="1200" spc="-1" strike="noStrike">
                <a:solidFill>
                  <a:srgbClr val="e6edf6"/>
                </a:solidFill>
                <a:latin typeface="Noto Sans KR"/>
                <a:ea typeface="Noto Sans KR"/>
              </a:rPr>
              <a:t>추가만</a:t>
            </a:r>
            <a:r>
              <a:rPr b="0" lang="en-US" sz="1200" spc="-1" strike="noStrike">
                <a:solidFill>
                  <a:srgbClr val="c2cedd"/>
                </a:solidFill>
                <a:latin typeface="Noto Sans KR"/>
                <a:ea typeface="Noto Sans KR"/>
              </a:rPr>
              <a:t> 가능하고</a:t>
            </a:r>
            <a:r>
              <a:rPr b="0" lang="en-US" sz="1200" spc="-1" strike="noStrike">
                <a:solidFill>
                  <a:srgbClr val="c2cedd"/>
                </a:solidFill>
                <a:latin typeface="Noto Sans KR"/>
                <a:ea typeface="Noto Sans KR"/>
              </a:rPr>
              <a:t>, </a:t>
            </a:r>
            <a:r>
              <a:rPr b="0" lang="zh-CN" sz="1200" spc="-1" strike="noStrike">
                <a:solidFill>
                  <a:srgbClr val="c2cedd"/>
                </a:solidFill>
                <a:latin typeface="Noto Sans KR"/>
                <a:ea typeface="Noto Sans KR"/>
              </a:rPr>
              <a:t>내장 차단은 제거할 수 없습니다</a:t>
            </a:r>
            <a:r>
              <a:rPr b="0" lang="en-US" sz="1200" spc="-1" strike="noStrike">
                <a:solidFill>
                  <a:srgbClr val="c2cedd"/>
                </a:solidFill>
                <a:latin typeface="Noto Sans KR"/>
                <a:ea typeface="Noto Sans KR"/>
              </a:rPr>
              <a:t>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Shape 0"/>
          <p:cNvSpPr/>
          <p:nvPr/>
        </p:nvSpPr>
        <p:spPr>
          <a:xfrm>
            <a:off x="502920" y="475560"/>
            <a:ext cx="63720" cy="237240"/>
          </a:xfrm>
          <a:prstGeom prst="rect">
            <a:avLst/>
          </a:prstGeom>
          <a:solidFill>
            <a:srgbClr val="f488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Text 1"/>
          <p:cNvSpPr/>
          <p:nvPr/>
        </p:nvSpPr>
        <p:spPr>
          <a:xfrm>
            <a:off x="685800" y="4572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99" strike="noStrike">
                <a:solidFill>
                  <a:srgbClr val="f4883c"/>
                </a:solidFill>
                <a:latin typeface="Noto Sans KR"/>
                <a:ea typeface="Noto Sans KR"/>
              </a:rPr>
              <a:t>08  ·  OUTPUTS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1" name="Text 2"/>
          <p:cNvSpPr/>
          <p:nvPr/>
        </p:nvSpPr>
        <p:spPr>
          <a:xfrm>
            <a:off x="475560" y="786240"/>
            <a:ext cx="109724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4000" spc="-1" strike="noStrike">
                <a:solidFill>
                  <a:srgbClr val="e6edf6"/>
                </a:solidFill>
                <a:latin typeface="Noto Sans KR"/>
                <a:ea typeface="Noto Sans KR"/>
              </a:rPr>
              <a:t>보고서 </a:t>
            </a:r>
            <a:r>
              <a:rPr b="1" lang="en-US" sz="4000" spc="-1" strike="noStrike">
                <a:solidFill>
                  <a:srgbClr val="e6edf6"/>
                </a:solidFill>
                <a:latin typeface="Noto Sans KR"/>
                <a:ea typeface="Noto Sans KR"/>
              </a:rPr>
              <a:t>· </a:t>
            </a:r>
            <a:r>
              <a:rPr b="1" lang="zh-CN" sz="4000" spc="-1" strike="noStrike">
                <a:solidFill>
                  <a:srgbClr val="e6edf6"/>
                </a:solidFill>
                <a:latin typeface="Noto Sans KR"/>
                <a:ea typeface="Noto Sans KR"/>
              </a:rPr>
              <a:t>이력 </a:t>
            </a:r>
            <a:r>
              <a:rPr b="1" lang="en-US" sz="4000" spc="-1" strike="noStrike">
                <a:solidFill>
                  <a:srgbClr val="e6edf6"/>
                </a:solidFill>
                <a:latin typeface="Noto Sans KR"/>
                <a:ea typeface="Noto Sans KR"/>
              </a:rPr>
              <a:t>· </a:t>
            </a:r>
            <a:r>
              <a:rPr b="1" lang="zh-CN" sz="4000" spc="-1" strike="noStrike">
                <a:solidFill>
                  <a:srgbClr val="e6edf6"/>
                </a:solidFill>
                <a:latin typeface="Noto Sans KR"/>
                <a:ea typeface="Noto Sans KR"/>
              </a:rPr>
              <a:t>로깅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2" name="Text 3"/>
          <p:cNvSpPr/>
          <p:nvPr/>
        </p:nvSpPr>
        <p:spPr>
          <a:xfrm>
            <a:off x="502920" y="1664280"/>
            <a:ext cx="11155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450" spc="-1" strike="noStrike">
                <a:solidFill>
                  <a:srgbClr val="93a3ba"/>
                </a:solidFill>
                <a:latin typeface="Noto Sans KR"/>
                <a:ea typeface="Noto Sans KR"/>
              </a:rPr>
              <a:t>모든 분석은 타임스탬프 보고서로 남고</a:t>
            </a:r>
            <a:r>
              <a:rPr b="0" lang="en-US" sz="1450" spc="-1" strike="noStrike">
                <a:solidFill>
                  <a:srgbClr val="93a3ba"/>
                </a:solidFill>
                <a:latin typeface="Noto Sans KR"/>
                <a:ea typeface="Noto Sans KR"/>
              </a:rPr>
              <a:t>, </a:t>
            </a:r>
            <a:r>
              <a:rPr b="0" lang="zh-CN" sz="1450" spc="-1" strike="noStrike">
                <a:solidFill>
                  <a:srgbClr val="93a3ba"/>
                </a:solidFill>
                <a:latin typeface="Noto Sans KR"/>
                <a:ea typeface="Noto Sans KR"/>
              </a:rPr>
              <a:t>모든 이동은 추적</a:t>
            </a:r>
            <a:r>
              <a:rPr b="0" lang="en-US" sz="1450" spc="-1" strike="noStrike">
                <a:solidFill>
                  <a:srgbClr val="93a3ba"/>
                </a:solidFill>
                <a:latin typeface="Noto Sans KR"/>
                <a:ea typeface="Noto Sans KR"/>
              </a:rPr>
              <a:t>·</a:t>
            </a:r>
            <a:r>
              <a:rPr b="0" lang="zh-CN" sz="1450" spc="-1" strike="noStrike">
                <a:solidFill>
                  <a:srgbClr val="93a3ba"/>
                </a:solidFill>
                <a:latin typeface="Noto Sans KR"/>
                <a:ea typeface="Noto Sans KR"/>
              </a:rPr>
              <a:t>복원 가능합니다</a:t>
            </a: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3" name="Text 4"/>
          <p:cNvSpPr/>
          <p:nvPr/>
        </p:nvSpPr>
        <p:spPr>
          <a:xfrm>
            <a:off x="10881360" y="384120"/>
            <a:ext cx="1005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7" strike="noStrike">
                <a:solidFill>
                  <a:srgbClr val="93a3ba"/>
                </a:solidFill>
                <a:latin typeface="Noto Sans KR"/>
                <a:ea typeface="Noto Sans KR"/>
              </a:rPr>
              <a:t>09</a:t>
            </a:r>
            <a:r>
              <a:rPr b="0" lang="en-US" sz="1100" spc="97" strike="noStrike">
                <a:solidFill>
                  <a:srgbClr val="566983"/>
                </a:solidFill>
                <a:latin typeface="Noto Sans KR"/>
                <a:ea typeface="Noto Sans KR"/>
              </a:rPr>
              <a:t>  / 13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4" name="Text 5"/>
          <p:cNvSpPr/>
          <p:nvPr/>
        </p:nvSpPr>
        <p:spPr>
          <a:xfrm>
            <a:off x="502920" y="641916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248" strike="noStrike">
                <a:solidFill>
                  <a:srgbClr val="33455e"/>
                </a:solidFill>
                <a:latin typeface="Noto Sans KR"/>
                <a:ea typeface="Noto Sans KR"/>
              </a:rPr>
              <a:t>DOWNLOADORGANIZER  ·  SAFE-BY-DESIGN FILE AUTOMATION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5" name="Shape 6"/>
          <p:cNvSpPr/>
          <p:nvPr/>
        </p:nvSpPr>
        <p:spPr>
          <a:xfrm>
            <a:off x="502920" y="2286000"/>
            <a:ext cx="3702960" cy="3702960"/>
          </a:xfrm>
          <a:prstGeom prst="rect">
            <a:avLst/>
          </a:prstGeom>
          <a:solidFill>
            <a:srgbClr val="111f33"/>
          </a:solidFill>
          <a:ln w="12700">
            <a:solidFill>
              <a:srgbClr val="1f34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6" name="Shape 7"/>
          <p:cNvSpPr/>
          <p:nvPr/>
        </p:nvSpPr>
        <p:spPr>
          <a:xfrm>
            <a:off x="777240" y="2541960"/>
            <a:ext cx="548280" cy="548280"/>
          </a:xfrm>
          <a:prstGeom prst="roundRect">
            <a:avLst>
              <a:gd name="adj" fmla="val 11667"/>
            </a:avLst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07" name="Image 0" descr="/home/claude/icons/excel_white.png"/>
          <p:cNvPicPr/>
          <p:nvPr/>
        </p:nvPicPr>
        <p:blipFill>
          <a:blip r:embed="rId1"/>
          <a:stretch/>
        </p:blipFill>
        <p:spPr>
          <a:xfrm>
            <a:off x="914400" y="267912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408" name="Text 8"/>
          <p:cNvSpPr/>
          <p:nvPr/>
        </p:nvSpPr>
        <p:spPr>
          <a:xfrm>
            <a:off x="1463040" y="257868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299" strike="noStrike">
                <a:solidFill>
                  <a:srgbClr val="2dd4bf"/>
                </a:solidFill>
                <a:latin typeface="Noto Sans KR"/>
                <a:ea typeface="Noto Sans KR"/>
              </a:rPr>
              <a:t>01 · REPORTS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9" name="Text 9"/>
          <p:cNvSpPr/>
          <p:nvPr/>
        </p:nvSpPr>
        <p:spPr>
          <a:xfrm>
            <a:off x="1444680" y="2788920"/>
            <a:ext cx="2605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2000" spc="-1" strike="noStrike">
                <a:solidFill>
                  <a:srgbClr val="e6edf6"/>
                </a:solidFill>
                <a:latin typeface="Noto Sans KR"/>
                <a:ea typeface="Noto Sans KR"/>
              </a:rPr>
              <a:t>보고서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0" name="Text 10"/>
          <p:cNvSpPr/>
          <p:nvPr/>
        </p:nvSpPr>
        <p:spPr>
          <a:xfrm>
            <a:off x="795600" y="3246120"/>
            <a:ext cx="3154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950" spc="-1" strike="noStrike">
                <a:solidFill>
                  <a:srgbClr val="2dd4bf"/>
                </a:solidFill>
                <a:latin typeface="DejaVu Sans Mono"/>
                <a:ea typeface="DejaVu Sans Mono"/>
              </a:rPr>
              <a:t>타임스탬프 </a:t>
            </a:r>
            <a:r>
              <a:rPr b="0" lang="en-US" sz="950" spc="-1" strike="noStrike">
                <a:solidFill>
                  <a:srgbClr val="2dd4bf"/>
                </a:solidFill>
                <a:latin typeface="DejaVu Sans Mono"/>
                <a:ea typeface="DejaVu Sans Mono"/>
              </a:rPr>
              <a:t>3</a:t>
            </a:r>
            <a:r>
              <a:rPr b="0" lang="zh-CN" sz="950" spc="-1" strike="noStrike">
                <a:solidFill>
                  <a:srgbClr val="2dd4bf"/>
                </a:solidFill>
                <a:latin typeface="DejaVu Sans Mono"/>
                <a:ea typeface="DejaVu Sans Mono"/>
              </a:rPr>
              <a:t>종 포맷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1" name="Shape 11"/>
          <p:cNvSpPr/>
          <p:nvPr/>
        </p:nvSpPr>
        <p:spPr>
          <a:xfrm>
            <a:off x="777240" y="3611880"/>
            <a:ext cx="763920" cy="273960"/>
          </a:xfrm>
          <a:prstGeom prst="roundRect">
            <a:avLst>
              <a:gd name="adj" fmla="val 16667"/>
            </a:avLst>
          </a:prstGeom>
          <a:solidFill>
            <a:srgbClr val="14243c"/>
          </a:solidFill>
          <a:ln w="9525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2" name="Text 12"/>
          <p:cNvSpPr/>
          <p:nvPr/>
        </p:nvSpPr>
        <p:spPr>
          <a:xfrm>
            <a:off x="777240" y="3611880"/>
            <a:ext cx="763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dce6f2"/>
                </a:solidFill>
                <a:latin typeface="Noto Sans KR"/>
                <a:ea typeface="Noto Sans KR"/>
              </a:rPr>
              <a:t>Markdown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3" name="Shape 13"/>
          <p:cNvSpPr/>
          <p:nvPr/>
        </p:nvSpPr>
        <p:spPr>
          <a:xfrm>
            <a:off x="1632960" y="3611880"/>
            <a:ext cx="548280" cy="273960"/>
          </a:xfrm>
          <a:prstGeom prst="roundRect">
            <a:avLst>
              <a:gd name="adj" fmla="val 16667"/>
            </a:avLst>
          </a:prstGeom>
          <a:solidFill>
            <a:srgbClr val="14243c"/>
          </a:solidFill>
          <a:ln w="9525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4" name="Text 14"/>
          <p:cNvSpPr/>
          <p:nvPr/>
        </p:nvSpPr>
        <p:spPr>
          <a:xfrm>
            <a:off x="1632960" y="36118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dce6f2"/>
                </a:solidFill>
                <a:latin typeface="Noto Sans KR"/>
                <a:ea typeface="Noto Sans KR"/>
              </a:rPr>
              <a:t>HTML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5" name="Shape 15"/>
          <p:cNvSpPr/>
          <p:nvPr/>
        </p:nvSpPr>
        <p:spPr>
          <a:xfrm>
            <a:off x="2273040" y="3611880"/>
            <a:ext cx="566640" cy="273960"/>
          </a:xfrm>
          <a:prstGeom prst="roundRect">
            <a:avLst>
              <a:gd name="adj" fmla="val 16667"/>
            </a:avLst>
          </a:prstGeom>
          <a:solidFill>
            <a:srgbClr val="14243c"/>
          </a:solidFill>
          <a:ln w="9525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6" name="Text 16"/>
          <p:cNvSpPr/>
          <p:nvPr/>
        </p:nvSpPr>
        <p:spPr>
          <a:xfrm>
            <a:off x="2273040" y="3611880"/>
            <a:ext cx="566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dce6f2"/>
                </a:solidFill>
                <a:latin typeface="Noto Sans KR"/>
                <a:ea typeface="Noto Sans KR"/>
              </a:rPr>
              <a:t>Excel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7" name="Shape 17"/>
          <p:cNvSpPr/>
          <p:nvPr/>
        </p:nvSpPr>
        <p:spPr>
          <a:xfrm>
            <a:off x="795240" y="4005000"/>
            <a:ext cx="3154680" cy="360"/>
          </a:xfrm>
          <a:prstGeom prst="line">
            <a:avLst/>
          </a:prstGeom>
          <a:ln w="9525">
            <a:solidFill>
              <a:srgbClr val="1f34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8" name="Text 18"/>
          <p:cNvSpPr/>
          <p:nvPr/>
        </p:nvSpPr>
        <p:spPr>
          <a:xfrm>
            <a:off x="777240" y="4114800"/>
            <a:ext cx="3200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2dd4bf"/>
                </a:solidFill>
                <a:latin typeface="Noto Sans KR"/>
                <a:ea typeface="Noto Sans KR"/>
              </a:rPr>
              <a:t>● </a:t>
            </a:r>
            <a:r>
              <a:rPr b="0" lang="zh-CN" sz="1050" spc="-1" strike="noStrike">
                <a:solidFill>
                  <a:srgbClr val="c2cedd"/>
                </a:solidFill>
                <a:latin typeface="Noto Sans KR"/>
                <a:ea typeface="Noto Sans KR"/>
              </a:rPr>
              <a:t>다운로드 </a:t>
            </a:r>
            <a:r>
              <a:rPr b="0" lang="en-US" sz="1050" spc="-1" strike="noStrike">
                <a:solidFill>
                  <a:srgbClr val="c2cedd"/>
                </a:solidFill>
                <a:latin typeface="Noto Sans KR"/>
                <a:ea typeface="Noto Sans KR"/>
              </a:rPr>
              <a:t>· </a:t>
            </a:r>
            <a:r>
              <a:rPr b="0" lang="zh-CN" sz="1050" spc="-1" strike="noStrike">
                <a:solidFill>
                  <a:srgbClr val="c2cedd"/>
                </a:solidFill>
                <a:latin typeface="Noto Sans KR"/>
                <a:ea typeface="Noto Sans KR"/>
              </a:rPr>
              <a:t>북마크 보고서 분리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9" name="Text 19"/>
          <p:cNvSpPr/>
          <p:nvPr/>
        </p:nvSpPr>
        <p:spPr>
          <a:xfrm>
            <a:off x="777240" y="4425840"/>
            <a:ext cx="3200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2dd4bf"/>
                </a:solidFill>
                <a:latin typeface="Noto Sans KR"/>
                <a:ea typeface="Noto Sans KR"/>
              </a:rPr>
              <a:t>● </a:t>
            </a:r>
            <a:r>
              <a:rPr b="0" lang="zh-CN" sz="1050" spc="-1" strike="noStrike">
                <a:solidFill>
                  <a:srgbClr val="c2cedd"/>
                </a:solidFill>
                <a:latin typeface="Noto Sans KR"/>
                <a:ea typeface="Noto Sans KR"/>
              </a:rPr>
              <a:t>요약 지표 </a:t>
            </a:r>
            <a:r>
              <a:rPr b="0" lang="en-US" sz="1050" spc="-1" strike="noStrike">
                <a:solidFill>
                  <a:srgbClr val="c2cedd"/>
                </a:solidFill>
                <a:latin typeface="Noto Sans KR"/>
                <a:ea typeface="Noto Sans KR"/>
              </a:rPr>
              <a:t>· </a:t>
            </a:r>
            <a:r>
              <a:rPr b="0" lang="zh-CN" sz="1050" spc="-1" strike="noStrike">
                <a:solidFill>
                  <a:srgbClr val="c2cedd"/>
                </a:solidFill>
                <a:latin typeface="Noto Sans KR"/>
                <a:ea typeface="Noto Sans KR"/>
              </a:rPr>
              <a:t>이동 계획 </a:t>
            </a:r>
            <a:r>
              <a:rPr b="0" lang="en-US" sz="1050" spc="-1" strike="noStrike">
                <a:solidFill>
                  <a:srgbClr val="c2cedd"/>
                </a:solidFill>
                <a:latin typeface="Noto Sans KR"/>
                <a:ea typeface="Noto Sans KR"/>
              </a:rPr>
              <a:t>· </a:t>
            </a:r>
            <a:r>
              <a:rPr b="0" lang="zh-CN" sz="1050" spc="-1" strike="noStrike">
                <a:solidFill>
                  <a:srgbClr val="c2cedd"/>
                </a:solidFill>
                <a:latin typeface="Noto Sans KR"/>
                <a:ea typeface="Noto Sans KR"/>
              </a:rPr>
              <a:t>중복 목록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0" name="Text 20"/>
          <p:cNvSpPr/>
          <p:nvPr/>
        </p:nvSpPr>
        <p:spPr>
          <a:xfrm>
            <a:off x="777240" y="4736520"/>
            <a:ext cx="3200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2dd4bf"/>
                </a:solidFill>
                <a:latin typeface="Noto Sans KR"/>
                <a:ea typeface="Noto Sans KR"/>
              </a:rPr>
              <a:t>● </a:t>
            </a:r>
            <a:r>
              <a:rPr b="0" lang="zh-CN" sz="1050" spc="-1" strike="noStrike">
                <a:solidFill>
                  <a:srgbClr val="c2cedd"/>
                </a:solidFill>
                <a:latin typeface="Noto Sans KR"/>
                <a:ea typeface="Noto Sans KR"/>
              </a:rPr>
              <a:t>공유용 — 웹 </a:t>
            </a:r>
            <a:r>
              <a:rPr b="0" lang="en-US" sz="1050" spc="-1" strike="noStrike">
                <a:solidFill>
                  <a:srgbClr val="c2cedd"/>
                </a:solidFill>
                <a:latin typeface="Noto Sans KR"/>
                <a:ea typeface="Noto Sans KR"/>
              </a:rPr>
              <a:t>UI</a:t>
            </a:r>
            <a:r>
              <a:rPr b="0" lang="zh-CN" sz="1050" spc="-1" strike="noStrike">
                <a:solidFill>
                  <a:srgbClr val="c2cedd"/>
                </a:solidFill>
                <a:latin typeface="Noto Sans KR"/>
                <a:ea typeface="Noto Sans KR"/>
              </a:rPr>
              <a:t>에서 다운로드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1" name="Shape 21"/>
          <p:cNvSpPr/>
          <p:nvPr/>
        </p:nvSpPr>
        <p:spPr>
          <a:xfrm>
            <a:off x="4224600" y="2286000"/>
            <a:ext cx="3702960" cy="3702960"/>
          </a:xfrm>
          <a:prstGeom prst="rect">
            <a:avLst/>
          </a:prstGeom>
          <a:solidFill>
            <a:srgbClr val="111f33"/>
          </a:solidFill>
          <a:ln w="12700">
            <a:solidFill>
              <a:srgbClr val="1f34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2" name="Shape 22"/>
          <p:cNvSpPr/>
          <p:nvPr/>
        </p:nvSpPr>
        <p:spPr>
          <a:xfrm>
            <a:off x="4498920" y="2541960"/>
            <a:ext cx="548280" cy="548280"/>
          </a:xfrm>
          <a:prstGeom prst="roundRect">
            <a:avLst>
              <a:gd name="adj" fmla="val 11667"/>
            </a:avLst>
          </a:prstGeom>
          <a:solidFill>
            <a:srgbClr val="f488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23" name="Image 1" descr="/home/claude/icons/history_white.png"/>
          <p:cNvPicPr/>
          <p:nvPr/>
        </p:nvPicPr>
        <p:blipFill>
          <a:blip r:embed="rId2"/>
          <a:stretch/>
        </p:blipFill>
        <p:spPr>
          <a:xfrm>
            <a:off x="4636080" y="267912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424" name="Text 23"/>
          <p:cNvSpPr/>
          <p:nvPr/>
        </p:nvSpPr>
        <p:spPr>
          <a:xfrm>
            <a:off x="5184720" y="257868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299" strike="noStrike">
                <a:solidFill>
                  <a:srgbClr val="f4883c"/>
                </a:solidFill>
                <a:latin typeface="Noto Sans KR"/>
                <a:ea typeface="Noto Sans KR"/>
              </a:rPr>
              <a:t>02 · HISTORY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5" name="Text 24"/>
          <p:cNvSpPr/>
          <p:nvPr/>
        </p:nvSpPr>
        <p:spPr>
          <a:xfrm>
            <a:off x="5166360" y="2788920"/>
            <a:ext cx="2605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2000" spc="-1" strike="noStrike">
                <a:solidFill>
                  <a:srgbClr val="e6edf6"/>
                </a:solidFill>
                <a:latin typeface="Noto Sans KR"/>
                <a:ea typeface="Noto Sans KR"/>
              </a:rPr>
              <a:t>이동 이력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6" name="Text 25"/>
          <p:cNvSpPr/>
          <p:nvPr/>
        </p:nvSpPr>
        <p:spPr>
          <a:xfrm>
            <a:off x="4517280" y="3246120"/>
            <a:ext cx="3154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4883c"/>
                </a:solidFill>
                <a:latin typeface="DejaVu Sans Mono"/>
                <a:ea typeface="DejaVu Sans Mono"/>
              </a:rPr>
              <a:t>move_history_*.json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7" name="Shape 26"/>
          <p:cNvSpPr/>
          <p:nvPr/>
        </p:nvSpPr>
        <p:spPr>
          <a:xfrm>
            <a:off x="4498920" y="3611880"/>
            <a:ext cx="871920" cy="273960"/>
          </a:xfrm>
          <a:prstGeom prst="roundRect">
            <a:avLst>
              <a:gd name="adj" fmla="val 16667"/>
            </a:avLst>
          </a:prstGeom>
          <a:solidFill>
            <a:srgbClr val="14243c"/>
          </a:solidFill>
          <a:ln w="9525">
            <a:solidFill>
              <a:srgbClr val="f488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8" name="Text 27"/>
          <p:cNvSpPr/>
          <p:nvPr/>
        </p:nvSpPr>
        <p:spPr>
          <a:xfrm>
            <a:off x="4498920" y="3611880"/>
            <a:ext cx="871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dce6f2"/>
                </a:solidFill>
                <a:latin typeface="Noto Sans KR"/>
                <a:ea typeface="Noto Sans KR"/>
              </a:rPr>
              <a:t>src → dst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9" name="Shape 28"/>
          <p:cNvSpPr/>
          <p:nvPr/>
        </p:nvSpPr>
        <p:spPr>
          <a:xfrm>
            <a:off x="5462640" y="3611880"/>
            <a:ext cx="763920" cy="273960"/>
          </a:xfrm>
          <a:prstGeom prst="roundRect">
            <a:avLst>
              <a:gd name="adj" fmla="val 16667"/>
            </a:avLst>
          </a:prstGeom>
          <a:solidFill>
            <a:srgbClr val="14243c"/>
          </a:solidFill>
          <a:ln w="9525">
            <a:solidFill>
              <a:srgbClr val="f488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0" name="Text 29"/>
          <p:cNvSpPr/>
          <p:nvPr/>
        </p:nvSpPr>
        <p:spPr>
          <a:xfrm>
            <a:off x="5462640" y="3611880"/>
            <a:ext cx="763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dce6f2"/>
                </a:solidFill>
                <a:latin typeface="Noto Sans KR"/>
                <a:ea typeface="Noto Sans KR"/>
              </a:rPr>
              <a:t>category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1" name="Shape 30"/>
          <p:cNvSpPr/>
          <p:nvPr/>
        </p:nvSpPr>
        <p:spPr>
          <a:xfrm>
            <a:off x="6318360" y="3611880"/>
            <a:ext cx="961560" cy="273960"/>
          </a:xfrm>
          <a:prstGeom prst="roundRect">
            <a:avLst>
              <a:gd name="adj" fmla="val 16667"/>
            </a:avLst>
          </a:prstGeom>
          <a:solidFill>
            <a:srgbClr val="14243c"/>
          </a:solidFill>
          <a:ln w="9525">
            <a:solidFill>
              <a:srgbClr val="f488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2" name="Text 31"/>
          <p:cNvSpPr/>
          <p:nvPr/>
        </p:nvSpPr>
        <p:spPr>
          <a:xfrm>
            <a:off x="6318360" y="3611880"/>
            <a:ext cx="961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dce6f2"/>
                </a:solidFill>
                <a:latin typeface="Noto Sans KR"/>
                <a:ea typeface="Noto Sans KR"/>
              </a:rPr>
              <a:t>incremental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3" name="Shape 32"/>
          <p:cNvSpPr/>
          <p:nvPr/>
        </p:nvSpPr>
        <p:spPr>
          <a:xfrm>
            <a:off x="4516920" y="4005000"/>
            <a:ext cx="3154680" cy="360"/>
          </a:xfrm>
          <a:prstGeom prst="line">
            <a:avLst/>
          </a:prstGeom>
          <a:ln w="9525">
            <a:solidFill>
              <a:srgbClr val="1f34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4" name="Text 33"/>
          <p:cNvSpPr/>
          <p:nvPr/>
        </p:nvSpPr>
        <p:spPr>
          <a:xfrm>
            <a:off x="4498920" y="4114800"/>
            <a:ext cx="3200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f4883c"/>
                </a:solidFill>
                <a:latin typeface="Noto Sans KR"/>
                <a:ea typeface="Noto Sans KR"/>
              </a:rPr>
              <a:t>● </a:t>
            </a:r>
            <a:r>
              <a:rPr b="0" lang="zh-CN" sz="1050" spc="-1" strike="noStrike">
                <a:solidFill>
                  <a:srgbClr val="c2cedd"/>
                </a:solidFill>
                <a:latin typeface="Noto Sans KR"/>
                <a:ea typeface="Noto Sans KR"/>
              </a:rPr>
              <a:t>한 건 이동할 때마다 즉시 기록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5" name="Text 34"/>
          <p:cNvSpPr/>
          <p:nvPr/>
        </p:nvSpPr>
        <p:spPr>
          <a:xfrm>
            <a:off x="4498920" y="4425840"/>
            <a:ext cx="3200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f4883c"/>
                </a:solidFill>
                <a:latin typeface="Noto Sans KR"/>
                <a:ea typeface="Noto Sans KR"/>
              </a:rPr>
              <a:t>● </a:t>
            </a:r>
            <a:r>
              <a:rPr b="0" lang="zh-CN" sz="1050" spc="-1" strike="noStrike">
                <a:solidFill>
                  <a:srgbClr val="c2cedd"/>
                </a:solidFill>
                <a:latin typeface="Noto Sans KR"/>
                <a:ea typeface="Noto Sans KR"/>
              </a:rPr>
              <a:t>되돌리기</a:t>
            </a:r>
            <a:r>
              <a:rPr b="0" lang="en-US" sz="1050" spc="-1" strike="noStrike">
                <a:solidFill>
                  <a:srgbClr val="c2cedd"/>
                </a:solidFill>
                <a:latin typeface="Noto Sans KR"/>
                <a:ea typeface="Noto Sans KR"/>
              </a:rPr>
              <a:t>(undo)</a:t>
            </a:r>
            <a:r>
              <a:rPr b="0" lang="zh-CN" sz="1050" spc="-1" strike="noStrike">
                <a:solidFill>
                  <a:srgbClr val="c2cedd"/>
                </a:solidFill>
                <a:latin typeface="Noto Sans KR"/>
                <a:ea typeface="Noto Sans KR"/>
              </a:rPr>
              <a:t>의 근거 데이터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6" name="Text 35"/>
          <p:cNvSpPr/>
          <p:nvPr/>
        </p:nvSpPr>
        <p:spPr>
          <a:xfrm>
            <a:off x="4498920" y="4736520"/>
            <a:ext cx="3200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f4883c"/>
                </a:solidFill>
                <a:latin typeface="Noto Sans KR"/>
                <a:ea typeface="Noto Sans KR"/>
              </a:rPr>
              <a:t>● </a:t>
            </a:r>
            <a:r>
              <a:rPr b="0" lang="zh-CN" sz="1050" spc="-1" strike="noStrike">
                <a:solidFill>
                  <a:srgbClr val="c2cedd"/>
                </a:solidFill>
                <a:latin typeface="Noto Sans KR"/>
                <a:ea typeface="Noto Sans KR"/>
              </a:rPr>
              <a:t>중간 실패 시점까지 안전 복원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7" name="Shape 36"/>
          <p:cNvSpPr/>
          <p:nvPr/>
        </p:nvSpPr>
        <p:spPr>
          <a:xfrm>
            <a:off x="7946280" y="2286000"/>
            <a:ext cx="3702960" cy="3702960"/>
          </a:xfrm>
          <a:prstGeom prst="rect">
            <a:avLst/>
          </a:prstGeom>
          <a:solidFill>
            <a:srgbClr val="111f33"/>
          </a:solidFill>
          <a:ln w="12700">
            <a:solidFill>
              <a:srgbClr val="1f34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8" name="Shape 37"/>
          <p:cNvSpPr/>
          <p:nvPr/>
        </p:nvSpPr>
        <p:spPr>
          <a:xfrm>
            <a:off x="8220600" y="2541960"/>
            <a:ext cx="548280" cy="548280"/>
          </a:xfrm>
          <a:prstGeom prst="roundRect">
            <a:avLst>
              <a:gd name="adj" fmla="val 11667"/>
            </a:avLst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39" name="Image 2" descr="/home/claude/icons/clipboard_white.png"/>
          <p:cNvPicPr/>
          <p:nvPr/>
        </p:nvPicPr>
        <p:blipFill>
          <a:blip r:embed="rId3"/>
          <a:stretch/>
        </p:blipFill>
        <p:spPr>
          <a:xfrm>
            <a:off x="8357760" y="267912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440" name="Text 38"/>
          <p:cNvSpPr/>
          <p:nvPr/>
        </p:nvSpPr>
        <p:spPr>
          <a:xfrm>
            <a:off x="8906400" y="257868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299" strike="noStrike">
                <a:solidFill>
                  <a:srgbClr val="a78bfa"/>
                </a:solidFill>
                <a:latin typeface="Noto Sans KR"/>
                <a:ea typeface="Noto Sans KR"/>
              </a:rPr>
              <a:t>03 · LOGGING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1" name="Text 39"/>
          <p:cNvSpPr/>
          <p:nvPr/>
        </p:nvSpPr>
        <p:spPr>
          <a:xfrm>
            <a:off x="8888040" y="2788920"/>
            <a:ext cx="2605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2000" spc="-1" strike="noStrike">
                <a:solidFill>
                  <a:srgbClr val="e6edf6"/>
                </a:solidFill>
                <a:latin typeface="Noto Sans KR"/>
                <a:ea typeface="Noto Sans KR"/>
              </a:rPr>
              <a:t>운영 로깅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2" name="Text 40"/>
          <p:cNvSpPr/>
          <p:nvPr/>
        </p:nvSpPr>
        <p:spPr>
          <a:xfrm>
            <a:off x="8238600" y="3246120"/>
            <a:ext cx="3154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a78bfa"/>
                </a:solidFill>
                <a:latin typeface="DejaVu Sans Mono"/>
                <a:ea typeface="DejaVu Sans Mono"/>
              </a:rPr>
              <a:t>download_organizer.log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3" name="Shape 41"/>
          <p:cNvSpPr/>
          <p:nvPr/>
        </p:nvSpPr>
        <p:spPr>
          <a:xfrm>
            <a:off x="8220600" y="3611880"/>
            <a:ext cx="548280" cy="273960"/>
          </a:xfrm>
          <a:prstGeom prst="roundRect">
            <a:avLst>
              <a:gd name="adj" fmla="val 16667"/>
            </a:avLst>
          </a:prstGeom>
          <a:solidFill>
            <a:srgbClr val="14243c"/>
          </a:solidFill>
          <a:ln w="9525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4" name="Text 42"/>
          <p:cNvSpPr/>
          <p:nvPr/>
        </p:nvSpPr>
        <p:spPr>
          <a:xfrm>
            <a:off x="8220600" y="36118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dce6f2"/>
                </a:solidFill>
                <a:latin typeface="Noto Sans KR"/>
                <a:ea typeface="Noto Sans KR"/>
              </a:rPr>
              <a:t>scan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5" name="Shape 43"/>
          <p:cNvSpPr/>
          <p:nvPr/>
        </p:nvSpPr>
        <p:spPr>
          <a:xfrm>
            <a:off x="8860680" y="3611880"/>
            <a:ext cx="548280" cy="273960"/>
          </a:xfrm>
          <a:prstGeom prst="roundRect">
            <a:avLst>
              <a:gd name="adj" fmla="val 16667"/>
            </a:avLst>
          </a:prstGeom>
          <a:solidFill>
            <a:srgbClr val="14243c"/>
          </a:solidFill>
          <a:ln w="9525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6" name="Text 44"/>
          <p:cNvSpPr/>
          <p:nvPr/>
        </p:nvSpPr>
        <p:spPr>
          <a:xfrm>
            <a:off x="8860680" y="36118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dce6f2"/>
                </a:solidFill>
                <a:latin typeface="Noto Sans KR"/>
                <a:ea typeface="Noto Sans KR"/>
              </a:rPr>
              <a:t>move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7" name="Shape 45"/>
          <p:cNvSpPr/>
          <p:nvPr/>
        </p:nvSpPr>
        <p:spPr>
          <a:xfrm>
            <a:off x="9500760" y="3611880"/>
            <a:ext cx="548280" cy="273960"/>
          </a:xfrm>
          <a:prstGeom prst="roundRect">
            <a:avLst>
              <a:gd name="adj" fmla="val 16667"/>
            </a:avLst>
          </a:prstGeom>
          <a:solidFill>
            <a:srgbClr val="14243c"/>
          </a:solidFill>
          <a:ln w="9525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8" name="Text 46"/>
          <p:cNvSpPr/>
          <p:nvPr/>
        </p:nvSpPr>
        <p:spPr>
          <a:xfrm>
            <a:off x="9500760" y="36118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dce6f2"/>
                </a:solidFill>
                <a:latin typeface="Noto Sans KR"/>
                <a:ea typeface="Noto Sans KR"/>
              </a:rPr>
              <a:t>fail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9" name="Shape 47"/>
          <p:cNvSpPr/>
          <p:nvPr/>
        </p:nvSpPr>
        <p:spPr>
          <a:xfrm>
            <a:off x="10140840" y="3611880"/>
            <a:ext cx="548280" cy="273960"/>
          </a:xfrm>
          <a:prstGeom prst="roundRect">
            <a:avLst>
              <a:gd name="adj" fmla="val 16667"/>
            </a:avLst>
          </a:prstGeom>
          <a:solidFill>
            <a:srgbClr val="14243c"/>
          </a:solidFill>
          <a:ln w="9525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0" name="Text 48"/>
          <p:cNvSpPr/>
          <p:nvPr/>
        </p:nvSpPr>
        <p:spPr>
          <a:xfrm>
            <a:off x="10140840" y="361188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dce6f2"/>
                </a:solidFill>
                <a:latin typeface="Noto Sans KR"/>
                <a:ea typeface="Noto Sans KR"/>
              </a:rPr>
              <a:t>undo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1" name="Shape 49"/>
          <p:cNvSpPr/>
          <p:nvPr/>
        </p:nvSpPr>
        <p:spPr>
          <a:xfrm>
            <a:off x="8238600" y="4260960"/>
            <a:ext cx="3154680" cy="360"/>
          </a:xfrm>
          <a:prstGeom prst="line">
            <a:avLst/>
          </a:prstGeom>
          <a:ln w="9525">
            <a:solidFill>
              <a:srgbClr val="1f34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2" name="Text 50"/>
          <p:cNvSpPr/>
          <p:nvPr/>
        </p:nvSpPr>
        <p:spPr>
          <a:xfrm>
            <a:off x="8220600" y="4370760"/>
            <a:ext cx="3200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78bfa"/>
                </a:solidFill>
                <a:latin typeface="Noto Sans KR"/>
                <a:ea typeface="Noto Sans KR"/>
              </a:rPr>
              <a:t>● </a:t>
            </a:r>
            <a:r>
              <a:rPr b="0" lang="zh-CN" sz="1050" spc="-1" strike="noStrike">
                <a:solidFill>
                  <a:srgbClr val="c2cedd"/>
                </a:solidFill>
                <a:latin typeface="Noto Sans KR"/>
                <a:ea typeface="Noto Sans KR"/>
              </a:rPr>
              <a:t>스캔</a:t>
            </a:r>
            <a:r>
              <a:rPr b="0" lang="en-US" sz="1050" spc="-1" strike="noStrike">
                <a:solidFill>
                  <a:srgbClr val="c2cedd"/>
                </a:solidFill>
                <a:latin typeface="Noto Sans KR"/>
                <a:ea typeface="Noto Sans KR"/>
              </a:rPr>
              <a:t>·</a:t>
            </a:r>
            <a:r>
              <a:rPr b="0" lang="zh-CN" sz="1050" spc="-1" strike="noStrike">
                <a:solidFill>
                  <a:srgbClr val="c2cedd"/>
                </a:solidFill>
                <a:latin typeface="Noto Sans KR"/>
                <a:ea typeface="Noto Sans KR"/>
              </a:rPr>
              <a:t>이동</a:t>
            </a:r>
            <a:r>
              <a:rPr b="0" lang="en-US" sz="1050" spc="-1" strike="noStrike">
                <a:solidFill>
                  <a:srgbClr val="c2cedd"/>
                </a:solidFill>
                <a:latin typeface="Noto Sans KR"/>
                <a:ea typeface="Noto Sans KR"/>
              </a:rPr>
              <a:t>·</a:t>
            </a:r>
            <a:r>
              <a:rPr b="0" lang="zh-CN" sz="1050" spc="-1" strike="noStrike">
                <a:solidFill>
                  <a:srgbClr val="c2cedd"/>
                </a:solidFill>
                <a:latin typeface="Noto Sans KR"/>
                <a:ea typeface="Noto Sans KR"/>
              </a:rPr>
              <a:t>실패</a:t>
            </a:r>
            <a:r>
              <a:rPr b="0" lang="en-US" sz="1050" spc="-1" strike="noStrike">
                <a:solidFill>
                  <a:srgbClr val="c2cedd"/>
                </a:solidFill>
                <a:latin typeface="Noto Sans KR"/>
                <a:ea typeface="Noto Sans KR"/>
              </a:rPr>
              <a:t>·</a:t>
            </a:r>
            <a:r>
              <a:rPr b="0" lang="zh-CN" sz="1050" spc="-1" strike="noStrike">
                <a:solidFill>
                  <a:srgbClr val="c2cedd"/>
                </a:solidFill>
                <a:latin typeface="Noto Sans KR"/>
                <a:ea typeface="Noto Sans KR"/>
              </a:rPr>
              <a:t>되돌리기 기록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3" name="Text 51"/>
          <p:cNvSpPr/>
          <p:nvPr/>
        </p:nvSpPr>
        <p:spPr>
          <a:xfrm>
            <a:off x="8220600" y="4681800"/>
            <a:ext cx="3200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78bfa"/>
                </a:solidFill>
                <a:latin typeface="Noto Sans KR"/>
                <a:ea typeface="Noto Sans KR"/>
              </a:rPr>
              <a:t>● </a:t>
            </a:r>
            <a:r>
              <a:rPr b="0" lang="zh-CN" sz="1050" spc="-1" strike="noStrike">
                <a:solidFill>
                  <a:srgbClr val="c2cedd"/>
                </a:solidFill>
                <a:latin typeface="Noto Sans KR"/>
                <a:ea typeface="Noto Sans KR"/>
              </a:rPr>
              <a:t>파일 수 </a:t>
            </a:r>
            <a:r>
              <a:rPr b="0" lang="en-US" sz="1050" spc="-1" strike="noStrike">
                <a:solidFill>
                  <a:srgbClr val="c2cedd"/>
                </a:solidFill>
                <a:latin typeface="Noto Sans KR"/>
                <a:ea typeface="Noto Sans KR"/>
              </a:rPr>
              <a:t>· </a:t>
            </a:r>
            <a:r>
              <a:rPr b="0" lang="zh-CN" sz="1050" spc="-1" strike="noStrike">
                <a:solidFill>
                  <a:srgbClr val="c2cedd"/>
                </a:solidFill>
                <a:latin typeface="Noto Sans KR"/>
                <a:ea typeface="Noto Sans KR"/>
              </a:rPr>
              <a:t>계획 수 </a:t>
            </a:r>
            <a:r>
              <a:rPr b="0" lang="en-US" sz="1050" spc="-1" strike="noStrike">
                <a:solidFill>
                  <a:srgbClr val="c2cedd"/>
                </a:solidFill>
                <a:latin typeface="Noto Sans KR"/>
                <a:ea typeface="Noto Sans KR"/>
              </a:rPr>
              <a:t>· </a:t>
            </a:r>
            <a:r>
              <a:rPr b="0" lang="zh-CN" sz="1050" spc="-1" strike="noStrike">
                <a:solidFill>
                  <a:srgbClr val="c2cedd"/>
                </a:solidFill>
                <a:latin typeface="Noto Sans KR"/>
                <a:ea typeface="Noto Sans KR"/>
              </a:rPr>
              <a:t>중복</a:t>
            </a:r>
            <a:r>
              <a:rPr b="0" lang="en-US" sz="1050" spc="-1" strike="noStrike">
                <a:solidFill>
                  <a:srgbClr val="c2cedd"/>
                </a:solidFill>
                <a:latin typeface="Noto Sans KR"/>
                <a:ea typeface="Noto Sans KR"/>
              </a:rPr>
              <a:t>/</a:t>
            </a:r>
            <a:r>
              <a:rPr b="0" lang="zh-CN" sz="1050" spc="-1" strike="noStrike">
                <a:solidFill>
                  <a:srgbClr val="c2cedd"/>
                </a:solidFill>
                <a:latin typeface="Noto Sans KR"/>
                <a:ea typeface="Noto Sans KR"/>
              </a:rPr>
              <a:t>오래된 수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4" name="Text 52"/>
          <p:cNvSpPr/>
          <p:nvPr/>
        </p:nvSpPr>
        <p:spPr>
          <a:xfrm>
            <a:off x="8220600" y="4992480"/>
            <a:ext cx="3200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78bfa"/>
                </a:solidFill>
                <a:latin typeface="Noto Sans KR"/>
                <a:ea typeface="Noto Sans KR"/>
              </a:rPr>
              <a:t>● </a:t>
            </a:r>
            <a:r>
              <a:rPr b="0" lang="zh-CN" sz="1050" spc="-1" strike="noStrike">
                <a:solidFill>
                  <a:srgbClr val="c2cedd"/>
                </a:solidFill>
                <a:latin typeface="Noto Sans KR"/>
                <a:ea typeface="Noto Sans KR"/>
              </a:rPr>
              <a:t>운영 추적 및 사후 점검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Shape 0"/>
          <p:cNvSpPr/>
          <p:nvPr/>
        </p:nvSpPr>
        <p:spPr>
          <a:xfrm>
            <a:off x="502920" y="475560"/>
            <a:ext cx="63720" cy="237240"/>
          </a:xfrm>
          <a:prstGeom prst="rect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6" name="Text 1"/>
          <p:cNvSpPr/>
          <p:nvPr/>
        </p:nvSpPr>
        <p:spPr>
          <a:xfrm>
            <a:off x="685800" y="4572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99" strike="noStrike">
                <a:solidFill>
                  <a:srgbClr val="2dd4bf"/>
                </a:solidFill>
                <a:latin typeface="Noto Sans KR"/>
                <a:ea typeface="Noto Sans KR"/>
              </a:rPr>
              <a:t>09  ·  ARCHITECTURE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7" name="Text 2"/>
          <p:cNvSpPr/>
          <p:nvPr/>
        </p:nvSpPr>
        <p:spPr>
          <a:xfrm>
            <a:off x="475560" y="786240"/>
            <a:ext cx="109724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4000" spc="-1" strike="noStrike">
                <a:solidFill>
                  <a:srgbClr val="e6edf6"/>
                </a:solidFill>
                <a:latin typeface="Noto Sans KR"/>
                <a:ea typeface="Noto Sans KR"/>
              </a:rPr>
              <a:t>기술 스택 </a:t>
            </a:r>
            <a:r>
              <a:rPr b="1" lang="en-US" sz="4000" spc="-1" strike="noStrike">
                <a:solidFill>
                  <a:srgbClr val="e6edf6"/>
                </a:solidFill>
                <a:latin typeface="Noto Sans KR"/>
                <a:ea typeface="Noto Sans KR"/>
              </a:rPr>
              <a:t>· </a:t>
            </a:r>
            <a:r>
              <a:rPr b="1" lang="zh-CN" sz="4000" spc="-1" strike="noStrike">
                <a:solidFill>
                  <a:srgbClr val="e6edf6"/>
                </a:solidFill>
                <a:latin typeface="Noto Sans KR"/>
                <a:ea typeface="Noto Sans KR"/>
              </a:rPr>
              <a:t>모듈 구성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8" name="Text 3"/>
          <p:cNvSpPr/>
          <p:nvPr/>
        </p:nvSpPr>
        <p:spPr>
          <a:xfrm>
            <a:off x="502920" y="1664280"/>
            <a:ext cx="11155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93a3ba"/>
                </a:solidFill>
                <a:latin typeface="Noto Sans KR"/>
                <a:ea typeface="Noto Sans KR"/>
              </a:rPr>
              <a:t>Python </a:t>
            </a:r>
            <a:r>
              <a:rPr b="0" lang="zh-CN" sz="1450" spc="-1" strike="noStrike">
                <a:solidFill>
                  <a:srgbClr val="93a3ba"/>
                </a:solidFill>
                <a:latin typeface="Noto Sans KR"/>
                <a:ea typeface="Noto Sans KR"/>
              </a:rPr>
              <a:t>단일 패키지 — 계층화된 </a:t>
            </a:r>
            <a:r>
              <a:rPr b="0" lang="en-US" sz="1450" spc="-1" strike="noStrike">
                <a:solidFill>
                  <a:srgbClr val="93a3ba"/>
                </a:solidFill>
                <a:latin typeface="Noto Sans KR"/>
                <a:ea typeface="Noto Sans KR"/>
              </a:rPr>
              <a:t>11</a:t>
            </a:r>
            <a:r>
              <a:rPr b="0" lang="zh-CN" sz="1450" spc="-1" strike="noStrike">
                <a:solidFill>
                  <a:srgbClr val="93a3ba"/>
                </a:solidFill>
                <a:latin typeface="Noto Sans KR"/>
                <a:ea typeface="Noto Sans KR"/>
              </a:rPr>
              <a:t>개 모듈</a:t>
            </a:r>
            <a:r>
              <a:rPr b="0" lang="en-US" sz="1450" spc="-1" strike="noStrike">
                <a:solidFill>
                  <a:srgbClr val="93a3ba"/>
                </a:solidFill>
                <a:latin typeface="Noto Sans KR"/>
                <a:ea typeface="Noto Sans KR"/>
              </a:rPr>
              <a:t>, 42</a:t>
            </a:r>
            <a:r>
              <a:rPr b="0" lang="zh-CN" sz="1450" spc="-1" strike="noStrike">
                <a:solidFill>
                  <a:srgbClr val="93a3ba"/>
                </a:solidFill>
                <a:latin typeface="Noto Sans KR"/>
                <a:ea typeface="Noto Sans KR"/>
              </a:rPr>
              <a:t>개 테스트로 검증</a:t>
            </a: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9" name="Text 4"/>
          <p:cNvSpPr/>
          <p:nvPr/>
        </p:nvSpPr>
        <p:spPr>
          <a:xfrm>
            <a:off x="10881360" y="384120"/>
            <a:ext cx="1005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7" strike="noStrike">
                <a:solidFill>
                  <a:srgbClr val="93a3ba"/>
                </a:solidFill>
                <a:latin typeface="Noto Sans KR"/>
                <a:ea typeface="Noto Sans KR"/>
              </a:rPr>
              <a:t>10</a:t>
            </a:r>
            <a:r>
              <a:rPr b="0" lang="en-US" sz="1100" spc="97" strike="noStrike">
                <a:solidFill>
                  <a:srgbClr val="566983"/>
                </a:solidFill>
                <a:latin typeface="Noto Sans KR"/>
                <a:ea typeface="Noto Sans KR"/>
              </a:rPr>
              <a:t>  / 13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0" name="Text 5"/>
          <p:cNvSpPr/>
          <p:nvPr/>
        </p:nvSpPr>
        <p:spPr>
          <a:xfrm>
            <a:off x="502920" y="641916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248" strike="noStrike">
                <a:solidFill>
                  <a:srgbClr val="33455e"/>
                </a:solidFill>
                <a:latin typeface="Noto Sans KR"/>
                <a:ea typeface="Noto Sans KR"/>
              </a:rPr>
              <a:t>DOWNLOADORGANIZER  ·  SAFE-BY-DESIGN FILE AUTOMATION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1" name="Shape 6"/>
          <p:cNvSpPr/>
          <p:nvPr/>
        </p:nvSpPr>
        <p:spPr>
          <a:xfrm>
            <a:off x="502920" y="2331720"/>
            <a:ext cx="7589160" cy="840960"/>
          </a:xfrm>
          <a:prstGeom prst="rect">
            <a:avLst/>
          </a:prstGeom>
          <a:solidFill>
            <a:srgbClr val="111f33"/>
          </a:solidFill>
          <a:ln w="12700">
            <a:solidFill>
              <a:srgbClr val="1f34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2" name="Shape 7"/>
          <p:cNvSpPr/>
          <p:nvPr/>
        </p:nvSpPr>
        <p:spPr>
          <a:xfrm>
            <a:off x="502920" y="2331720"/>
            <a:ext cx="54360" cy="840960"/>
          </a:xfrm>
          <a:prstGeom prst="rect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3" name="Text 8"/>
          <p:cNvSpPr/>
          <p:nvPr/>
        </p:nvSpPr>
        <p:spPr>
          <a:xfrm>
            <a:off x="758880" y="247788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299" strike="noStrike">
                <a:solidFill>
                  <a:srgbClr val="2dd4bf"/>
                </a:solidFill>
                <a:latin typeface="Noto Sans KR"/>
                <a:ea typeface="Noto Sans KR"/>
              </a:rPr>
              <a:t>ENTRY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4" name="Text 9"/>
          <p:cNvSpPr/>
          <p:nvPr/>
        </p:nvSpPr>
        <p:spPr>
          <a:xfrm>
            <a:off x="758880" y="2715840"/>
            <a:ext cx="18284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400" spc="-1" strike="noStrike">
                <a:solidFill>
                  <a:srgbClr val="e6edf6"/>
                </a:solidFill>
                <a:latin typeface="Noto Sans KR"/>
                <a:ea typeface="Noto Sans KR"/>
              </a:rPr>
              <a:t>진입 계층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5" name="Shape 10"/>
          <p:cNvSpPr/>
          <p:nvPr/>
        </p:nvSpPr>
        <p:spPr>
          <a:xfrm>
            <a:off x="2834640" y="2606040"/>
            <a:ext cx="632520" cy="273960"/>
          </a:xfrm>
          <a:prstGeom prst="roundRect">
            <a:avLst>
              <a:gd name="adj" fmla="val 16667"/>
            </a:avLst>
          </a:prstGeom>
          <a:solidFill>
            <a:srgbClr val="14243c"/>
          </a:solidFill>
          <a:ln w="9525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6" name="Text 11"/>
          <p:cNvSpPr/>
          <p:nvPr/>
        </p:nvSpPr>
        <p:spPr>
          <a:xfrm>
            <a:off x="2834640" y="2606040"/>
            <a:ext cx="632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dce6f2"/>
                </a:solidFill>
                <a:latin typeface="Noto Sans KR"/>
                <a:ea typeface="Noto Sans KR"/>
              </a:rPr>
              <a:t>cli.py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7" name="Shape 12"/>
          <p:cNvSpPr/>
          <p:nvPr/>
        </p:nvSpPr>
        <p:spPr>
          <a:xfrm>
            <a:off x="3558960" y="2606040"/>
            <a:ext cx="1290600" cy="273960"/>
          </a:xfrm>
          <a:prstGeom prst="roundRect">
            <a:avLst>
              <a:gd name="adj" fmla="val 16667"/>
            </a:avLst>
          </a:prstGeom>
          <a:solidFill>
            <a:srgbClr val="14243c"/>
          </a:solidFill>
          <a:ln w="9525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8" name="Text 13"/>
          <p:cNvSpPr/>
          <p:nvPr/>
        </p:nvSpPr>
        <p:spPr>
          <a:xfrm>
            <a:off x="3558960" y="2606040"/>
            <a:ext cx="1290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dce6f2"/>
                </a:solidFill>
                <a:latin typeface="Noto Sans KR"/>
                <a:ea typeface="Noto Sans KR"/>
              </a:rPr>
              <a:t>streamlit_app.py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9" name="Shape 14"/>
          <p:cNvSpPr/>
          <p:nvPr/>
        </p:nvSpPr>
        <p:spPr>
          <a:xfrm>
            <a:off x="4941360" y="2606040"/>
            <a:ext cx="1554120" cy="273960"/>
          </a:xfrm>
          <a:prstGeom prst="roundRect">
            <a:avLst>
              <a:gd name="adj" fmla="val 16667"/>
            </a:avLst>
          </a:prstGeom>
          <a:solidFill>
            <a:srgbClr val="14243c"/>
          </a:solidFill>
          <a:ln w="9525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0" name="Text 15"/>
          <p:cNvSpPr/>
          <p:nvPr/>
        </p:nvSpPr>
        <p:spPr>
          <a:xfrm>
            <a:off x="4941360" y="2606040"/>
            <a:ext cx="1554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dce6f2"/>
                </a:solidFill>
                <a:latin typeface="Noto Sans KR"/>
                <a:ea typeface="Noto Sans KR"/>
              </a:rPr>
              <a:t>pyinstaller_entry.py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1" name="Shape 16"/>
          <p:cNvSpPr/>
          <p:nvPr/>
        </p:nvSpPr>
        <p:spPr>
          <a:xfrm>
            <a:off x="1417320" y="3154680"/>
            <a:ext cx="200880" cy="15516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3c557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2" name="Shape 17"/>
          <p:cNvSpPr/>
          <p:nvPr/>
        </p:nvSpPr>
        <p:spPr>
          <a:xfrm>
            <a:off x="502920" y="3291840"/>
            <a:ext cx="7589160" cy="840960"/>
          </a:xfrm>
          <a:prstGeom prst="rect">
            <a:avLst/>
          </a:prstGeom>
          <a:solidFill>
            <a:srgbClr val="111f33"/>
          </a:solidFill>
          <a:ln w="12700">
            <a:solidFill>
              <a:srgbClr val="1f34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3" name="Shape 18"/>
          <p:cNvSpPr/>
          <p:nvPr/>
        </p:nvSpPr>
        <p:spPr>
          <a:xfrm>
            <a:off x="502920" y="3291840"/>
            <a:ext cx="54360" cy="840960"/>
          </a:xfrm>
          <a:prstGeom prst="rect">
            <a:avLst/>
          </a:prstGeom>
          <a:solidFill>
            <a:srgbClr val="5b9b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4" name="Text 19"/>
          <p:cNvSpPr/>
          <p:nvPr/>
        </p:nvSpPr>
        <p:spPr>
          <a:xfrm>
            <a:off x="758880" y="34380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299" strike="noStrike">
                <a:solidFill>
                  <a:srgbClr val="5b9bf0"/>
                </a:solidFill>
                <a:latin typeface="Noto Sans KR"/>
                <a:ea typeface="Noto Sans KR"/>
              </a:rPr>
              <a:t>ORCHESTRATION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5" name="Text 20"/>
          <p:cNvSpPr/>
          <p:nvPr/>
        </p:nvSpPr>
        <p:spPr>
          <a:xfrm>
            <a:off x="758880" y="3675960"/>
            <a:ext cx="18284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400" spc="-1" strike="noStrike">
                <a:solidFill>
                  <a:srgbClr val="e6edf6"/>
                </a:solidFill>
                <a:latin typeface="Noto Sans KR"/>
                <a:ea typeface="Noto Sans KR"/>
              </a:rPr>
              <a:t>오케스트레이션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6" name="Shape 21"/>
          <p:cNvSpPr/>
          <p:nvPr/>
        </p:nvSpPr>
        <p:spPr>
          <a:xfrm>
            <a:off x="2834640" y="3566160"/>
            <a:ext cx="895680" cy="273960"/>
          </a:xfrm>
          <a:prstGeom prst="roundRect">
            <a:avLst>
              <a:gd name="adj" fmla="val 16667"/>
            </a:avLst>
          </a:prstGeom>
          <a:solidFill>
            <a:srgbClr val="14243c"/>
          </a:solidFill>
          <a:ln w="9525">
            <a:solidFill>
              <a:srgbClr val="5b9b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7" name="Text 22"/>
          <p:cNvSpPr/>
          <p:nvPr/>
        </p:nvSpPr>
        <p:spPr>
          <a:xfrm>
            <a:off x="2834640" y="3566160"/>
            <a:ext cx="895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dce6f2"/>
                </a:solidFill>
                <a:latin typeface="Noto Sans KR"/>
                <a:ea typeface="Noto Sans KR"/>
              </a:rPr>
              <a:t>service.py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8" name="Shape 23"/>
          <p:cNvSpPr/>
          <p:nvPr/>
        </p:nvSpPr>
        <p:spPr>
          <a:xfrm>
            <a:off x="1417320" y="4114800"/>
            <a:ext cx="200880" cy="15516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3c557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9" name="Shape 24"/>
          <p:cNvSpPr/>
          <p:nvPr/>
        </p:nvSpPr>
        <p:spPr>
          <a:xfrm>
            <a:off x="502920" y="4251960"/>
            <a:ext cx="7589160" cy="840960"/>
          </a:xfrm>
          <a:prstGeom prst="rect">
            <a:avLst/>
          </a:prstGeom>
          <a:solidFill>
            <a:srgbClr val="111f33"/>
          </a:solidFill>
          <a:ln w="12700">
            <a:solidFill>
              <a:srgbClr val="1f34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0" name="Shape 25"/>
          <p:cNvSpPr/>
          <p:nvPr/>
        </p:nvSpPr>
        <p:spPr>
          <a:xfrm>
            <a:off x="502920" y="4251960"/>
            <a:ext cx="54360" cy="840960"/>
          </a:xfrm>
          <a:prstGeom prst="rect">
            <a:avLst/>
          </a:prstGeom>
          <a:solidFill>
            <a:srgbClr val="f488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1" name="Text 26"/>
          <p:cNvSpPr/>
          <p:nvPr/>
        </p:nvSpPr>
        <p:spPr>
          <a:xfrm>
            <a:off x="758880" y="439812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299" strike="noStrike">
                <a:solidFill>
                  <a:srgbClr val="f4883c"/>
                </a:solidFill>
                <a:latin typeface="Noto Sans KR"/>
                <a:ea typeface="Noto Sans KR"/>
              </a:rPr>
              <a:t>CORE ENGINE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2" name="Text 27"/>
          <p:cNvSpPr/>
          <p:nvPr/>
        </p:nvSpPr>
        <p:spPr>
          <a:xfrm>
            <a:off x="758880" y="4636080"/>
            <a:ext cx="18284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400" spc="-1" strike="noStrike">
                <a:solidFill>
                  <a:srgbClr val="e6edf6"/>
                </a:solidFill>
                <a:latin typeface="Noto Sans KR"/>
                <a:ea typeface="Noto Sans KR"/>
              </a:rPr>
              <a:t>핵심 엔진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3" name="Shape 28"/>
          <p:cNvSpPr/>
          <p:nvPr/>
        </p:nvSpPr>
        <p:spPr>
          <a:xfrm>
            <a:off x="2834640" y="4526280"/>
            <a:ext cx="1027440" cy="273960"/>
          </a:xfrm>
          <a:prstGeom prst="roundRect">
            <a:avLst>
              <a:gd name="adj" fmla="val 16667"/>
            </a:avLst>
          </a:prstGeom>
          <a:solidFill>
            <a:srgbClr val="14243c"/>
          </a:solidFill>
          <a:ln w="9525">
            <a:solidFill>
              <a:srgbClr val="f488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4" name="Text 29"/>
          <p:cNvSpPr/>
          <p:nvPr/>
        </p:nvSpPr>
        <p:spPr>
          <a:xfrm>
            <a:off x="2834640" y="4526280"/>
            <a:ext cx="1027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dce6f2"/>
                </a:solidFill>
                <a:latin typeface="Noto Sans KR"/>
                <a:ea typeface="Noto Sans KR"/>
              </a:rPr>
              <a:t>organizer.py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5" name="Shape 30"/>
          <p:cNvSpPr/>
          <p:nvPr/>
        </p:nvSpPr>
        <p:spPr>
          <a:xfrm>
            <a:off x="3953880" y="4526280"/>
            <a:ext cx="961560" cy="273960"/>
          </a:xfrm>
          <a:prstGeom prst="roundRect">
            <a:avLst>
              <a:gd name="adj" fmla="val 16667"/>
            </a:avLst>
          </a:prstGeom>
          <a:solidFill>
            <a:srgbClr val="14243c"/>
          </a:solidFill>
          <a:ln w="9525">
            <a:solidFill>
              <a:srgbClr val="f488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6" name="Text 31"/>
          <p:cNvSpPr/>
          <p:nvPr/>
        </p:nvSpPr>
        <p:spPr>
          <a:xfrm>
            <a:off x="3953880" y="4526280"/>
            <a:ext cx="961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dce6f2"/>
                </a:solidFill>
                <a:latin typeface="Noto Sans KR"/>
                <a:ea typeface="Noto Sans KR"/>
              </a:rPr>
              <a:t>analyzer.py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7" name="Shape 32"/>
          <p:cNvSpPr/>
          <p:nvPr/>
        </p:nvSpPr>
        <p:spPr>
          <a:xfrm>
            <a:off x="5007240" y="4526280"/>
            <a:ext cx="1027440" cy="273960"/>
          </a:xfrm>
          <a:prstGeom prst="roundRect">
            <a:avLst>
              <a:gd name="adj" fmla="val 16667"/>
            </a:avLst>
          </a:prstGeom>
          <a:solidFill>
            <a:srgbClr val="14243c"/>
          </a:solidFill>
          <a:ln w="9525">
            <a:solidFill>
              <a:srgbClr val="f488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8" name="Text 33"/>
          <p:cNvSpPr/>
          <p:nvPr/>
        </p:nvSpPr>
        <p:spPr>
          <a:xfrm>
            <a:off x="5007240" y="4526280"/>
            <a:ext cx="1027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dce6f2"/>
                </a:solidFill>
                <a:latin typeface="Noto Sans KR"/>
                <a:ea typeface="Noto Sans KR"/>
              </a:rPr>
              <a:t>bookmarks.py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9" name="Shape 34"/>
          <p:cNvSpPr/>
          <p:nvPr/>
        </p:nvSpPr>
        <p:spPr>
          <a:xfrm>
            <a:off x="1417320" y="5074920"/>
            <a:ext cx="200880" cy="15516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3c557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0" name="Shape 35"/>
          <p:cNvSpPr/>
          <p:nvPr/>
        </p:nvSpPr>
        <p:spPr>
          <a:xfrm>
            <a:off x="502920" y="5212080"/>
            <a:ext cx="7589160" cy="840960"/>
          </a:xfrm>
          <a:prstGeom prst="rect">
            <a:avLst/>
          </a:prstGeom>
          <a:solidFill>
            <a:srgbClr val="111f33"/>
          </a:solidFill>
          <a:ln w="12700">
            <a:solidFill>
              <a:srgbClr val="1f34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1" name="Shape 36"/>
          <p:cNvSpPr/>
          <p:nvPr/>
        </p:nvSpPr>
        <p:spPr>
          <a:xfrm>
            <a:off x="502920" y="5212080"/>
            <a:ext cx="54360" cy="840960"/>
          </a:xfrm>
          <a:prstGeom prst="rect">
            <a:avLst/>
          </a:prstGeom>
          <a:solidFill>
            <a:srgbClr val="a78b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2" name="Text 37"/>
          <p:cNvSpPr/>
          <p:nvPr/>
        </p:nvSpPr>
        <p:spPr>
          <a:xfrm>
            <a:off x="758880" y="535824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299" strike="noStrike">
                <a:solidFill>
                  <a:srgbClr val="a78bfa"/>
                </a:solidFill>
                <a:latin typeface="Noto Sans KR"/>
                <a:ea typeface="Noto Sans KR"/>
              </a:rPr>
              <a:t>FOUNDATION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3" name="Text 38"/>
          <p:cNvSpPr/>
          <p:nvPr/>
        </p:nvSpPr>
        <p:spPr>
          <a:xfrm>
            <a:off x="758880" y="5596200"/>
            <a:ext cx="18284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400" spc="-1" strike="noStrike">
                <a:solidFill>
                  <a:srgbClr val="e6edf6"/>
                </a:solidFill>
                <a:latin typeface="Noto Sans KR"/>
                <a:ea typeface="Noto Sans KR"/>
              </a:rPr>
              <a:t>기반 계층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4" name="Shape 39"/>
          <p:cNvSpPr/>
          <p:nvPr/>
        </p:nvSpPr>
        <p:spPr>
          <a:xfrm>
            <a:off x="2834640" y="5486400"/>
            <a:ext cx="829800" cy="273960"/>
          </a:xfrm>
          <a:prstGeom prst="roundRect">
            <a:avLst>
              <a:gd name="adj" fmla="val 16667"/>
            </a:avLst>
          </a:prstGeom>
          <a:solidFill>
            <a:srgbClr val="14243c"/>
          </a:solidFill>
          <a:ln w="9525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5" name="Text 40"/>
          <p:cNvSpPr/>
          <p:nvPr/>
        </p:nvSpPr>
        <p:spPr>
          <a:xfrm>
            <a:off x="2834640" y="5486400"/>
            <a:ext cx="829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dce6f2"/>
                </a:solidFill>
                <a:latin typeface="Noto Sans KR"/>
                <a:ea typeface="Noto Sans KR"/>
              </a:rPr>
              <a:t>safety.py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6" name="Shape 41"/>
          <p:cNvSpPr/>
          <p:nvPr/>
        </p:nvSpPr>
        <p:spPr>
          <a:xfrm>
            <a:off x="3756240" y="5486400"/>
            <a:ext cx="829800" cy="273960"/>
          </a:xfrm>
          <a:prstGeom prst="roundRect">
            <a:avLst>
              <a:gd name="adj" fmla="val 16667"/>
            </a:avLst>
          </a:prstGeom>
          <a:solidFill>
            <a:srgbClr val="14243c"/>
          </a:solidFill>
          <a:ln w="9525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7" name="Text 42"/>
          <p:cNvSpPr/>
          <p:nvPr/>
        </p:nvSpPr>
        <p:spPr>
          <a:xfrm>
            <a:off x="3756240" y="5486400"/>
            <a:ext cx="829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dce6f2"/>
                </a:solidFill>
                <a:latin typeface="Noto Sans KR"/>
                <a:ea typeface="Noto Sans KR"/>
              </a:rPr>
              <a:t>config.py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8" name="Shape 43"/>
          <p:cNvSpPr/>
          <p:nvPr/>
        </p:nvSpPr>
        <p:spPr>
          <a:xfrm>
            <a:off x="4678200" y="5486400"/>
            <a:ext cx="829800" cy="273960"/>
          </a:xfrm>
          <a:prstGeom prst="roundRect">
            <a:avLst>
              <a:gd name="adj" fmla="val 16667"/>
            </a:avLst>
          </a:prstGeom>
          <a:solidFill>
            <a:srgbClr val="14243c"/>
          </a:solidFill>
          <a:ln w="9525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9" name="Text 44"/>
          <p:cNvSpPr/>
          <p:nvPr/>
        </p:nvSpPr>
        <p:spPr>
          <a:xfrm>
            <a:off x="4678200" y="5486400"/>
            <a:ext cx="829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dce6f2"/>
                </a:solidFill>
                <a:latin typeface="Noto Sans KR"/>
                <a:ea typeface="Noto Sans KR"/>
              </a:rPr>
              <a:t>models.py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0" name="Shape 45"/>
          <p:cNvSpPr/>
          <p:nvPr/>
        </p:nvSpPr>
        <p:spPr>
          <a:xfrm>
            <a:off x="5599800" y="5486400"/>
            <a:ext cx="895680" cy="273960"/>
          </a:xfrm>
          <a:prstGeom prst="roundRect">
            <a:avLst>
              <a:gd name="adj" fmla="val 16667"/>
            </a:avLst>
          </a:prstGeom>
          <a:solidFill>
            <a:srgbClr val="14243c"/>
          </a:solidFill>
          <a:ln w="9525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1" name="Text 46"/>
          <p:cNvSpPr/>
          <p:nvPr/>
        </p:nvSpPr>
        <p:spPr>
          <a:xfrm>
            <a:off x="5599800" y="5486400"/>
            <a:ext cx="895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dce6f2"/>
                </a:solidFill>
                <a:latin typeface="Noto Sans KR"/>
                <a:ea typeface="Noto Sans KR"/>
              </a:rPr>
              <a:t>reports.py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2" name="Shape 47"/>
          <p:cNvSpPr/>
          <p:nvPr/>
        </p:nvSpPr>
        <p:spPr>
          <a:xfrm>
            <a:off x="2834640" y="5852160"/>
            <a:ext cx="1290600" cy="273960"/>
          </a:xfrm>
          <a:prstGeom prst="roundRect">
            <a:avLst>
              <a:gd name="adj" fmla="val 16667"/>
            </a:avLst>
          </a:prstGeom>
          <a:solidFill>
            <a:srgbClr val="14243c"/>
          </a:solidFill>
          <a:ln w="9525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3" name="Text 48"/>
          <p:cNvSpPr/>
          <p:nvPr/>
        </p:nvSpPr>
        <p:spPr>
          <a:xfrm>
            <a:off x="2834640" y="5852160"/>
            <a:ext cx="1290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dce6f2"/>
                </a:solidFill>
                <a:latin typeface="Noto Sans KR"/>
                <a:ea typeface="Noto Sans KR"/>
              </a:rPr>
              <a:t>logging_utils.py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4" name="Text 49"/>
          <p:cNvSpPr/>
          <p:nvPr/>
        </p:nvSpPr>
        <p:spPr>
          <a:xfrm>
            <a:off x="8366760" y="228600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299" strike="noStrike">
                <a:solidFill>
                  <a:srgbClr val="2dd4bf"/>
                </a:solidFill>
                <a:latin typeface="Noto Sans KR"/>
                <a:ea typeface="Noto Sans KR"/>
              </a:rPr>
              <a:t>▶ </a:t>
            </a:r>
            <a:r>
              <a:rPr b="1" lang="en-US" sz="1050" spc="299" strike="noStrike">
                <a:solidFill>
                  <a:srgbClr val="2dd4bf"/>
                </a:solidFill>
                <a:latin typeface="Noto Sans KR"/>
                <a:ea typeface="Noto Sans KR"/>
              </a:rPr>
              <a:t>STACK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5" name="Shape 50"/>
          <p:cNvSpPr/>
          <p:nvPr/>
        </p:nvSpPr>
        <p:spPr>
          <a:xfrm>
            <a:off x="8366760" y="2578680"/>
            <a:ext cx="3318840" cy="1874160"/>
          </a:xfrm>
          <a:prstGeom prst="rect">
            <a:avLst/>
          </a:prstGeom>
          <a:solidFill>
            <a:srgbClr val="111f33"/>
          </a:solidFill>
          <a:ln w="12700">
            <a:solidFill>
              <a:srgbClr val="1f34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6" name="Shape 51"/>
          <p:cNvSpPr/>
          <p:nvPr/>
        </p:nvSpPr>
        <p:spPr>
          <a:xfrm>
            <a:off x="8595360" y="2761560"/>
            <a:ext cx="1027440" cy="273960"/>
          </a:xfrm>
          <a:prstGeom prst="roundRect">
            <a:avLst>
              <a:gd name="adj" fmla="val 16667"/>
            </a:avLst>
          </a:prstGeom>
          <a:solidFill>
            <a:srgbClr val="14243c"/>
          </a:solidFill>
          <a:ln w="9525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7" name="Text 52"/>
          <p:cNvSpPr/>
          <p:nvPr/>
        </p:nvSpPr>
        <p:spPr>
          <a:xfrm>
            <a:off x="8595360" y="2761560"/>
            <a:ext cx="1027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dce6f2"/>
                </a:solidFill>
                <a:latin typeface="Noto Sans KR"/>
                <a:ea typeface="Noto Sans KR"/>
              </a:rPr>
              <a:t>Python 3.11+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8" name="Shape 53"/>
          <p:cNvSpPr/>
          <p:nvPr/>
        </p:nvSpPr>
        <p:spPr>
          <a:xfrm>
            <a:off x="9714600" y="2761560"/>
            <a:ext cx="632520" cy="273960"/>
          </a:xfrm>
          <a:prstGeom prst="roundRect">
            <a:avLst>
              <a:gd name="adj" fmla="val 16667"/>
            </a:avLst>
          </a:prstGeom>
          <a:solidFill>
            <a:srgbClr val="14243c"/>
          </a:solidFill>
          <a:ln w="9525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9" name="Text 54"/>
          <p:cNvSpPr/>
          <p:nvPr/>
        </p:nvSpPr>
        <p:spPr>
          <a:xfrm>
            <a:off x="9714600" y="2761560"/>
            <a:ext cx="632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dce6f2"/>
                </a:solidFill>
                <a:latin typeface="Noto Sans KR"/>
                <a:ea typeface="Noto Sans KR"/>
              </a:rPr>
              <a:t>pandas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0" name="Shape 55"/>
          <p:cNvSpPr/>
          <p:nvPr/>
        </p:nvSpPr>
        <p:spPr>
          <a:xfrm>
            <a:off x="10438920" y="2761560"/>
            <a:ext cx="763920" cy="273960"/>
          </a:xfrm>
          <a:prstGeom prst="roundRect">
            <a:avLst>
              <a:gd name="adj" fmla="val 16667"/>
            </a:avLst>
          </a:prstGeom>
          <a:solidFill>
            <a:srgbClr val="14243c"/>
          </a:solidFill>
          <a:ln w="9525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1" name="Text 56"/>
          <p:cNvSpPr/>
          <p:nvPr/>
        </p:nvSpPr>
        <p:spPr>
          <a:xfrm>
            <a:off x="10438920" y="2761560"/>
            <a:ext cx="763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dce6f2"/>
                </a:solidFill>
                <a:latin typeface="Noto Sans KR"/>
                <a:ea typeface="Noto Sans KR"/>
              </a:rPr>
              <a:t>openpyxl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2" name="Shape 57"/>
          <p:cNvSpPr/>
          <p:nvPr/>
        </p:nvSpPr>
        <p:spPr>
          <a:xfrm>
            <a:off x="8595360" y="3127320"/>
            <a:ext cx="829800" cy="273960"/>
          </a:xfrm>
          <a:prstGeom prst="roundRect">
            <a:avLst>
              <a:gd name="adj" fmla="val 16667"/>
            </a:avLst>
          </a:prstGeom>
          <a:solidFill>
            <a:srgbClr val="14243c"/>
          </a:solidFill>
          <a:ln w="9525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3" name="Text 58"/>
          <p:cNvSpPr/>
          <p:nvPr/>
        </p:nvSpPr>
        <p:spPr>
          <a:xfrm>
            <a:off x="8595360" y="3127320"/>
            <a:ext cx="829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dce6f2"/>
                </a:solidFill>
                <a:latin typeface="Noto Sans KR"/>
                <a:ea typeface="Noto Sans KR"/>
              </a:rPr>
              <a:t>Streamlit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4" name="Shape 59"/>
          <p:cNvSpPr/>
          <p:nvPr/>
        </p:nvSpPr>
        <p:spPr>
          <a:xfrm>
            <a:off x="9516960" y="3127320"/>
            <a:ext cx="961560" cy="273960"/>
          </a:xfrm>
          <a:prstGeom prst="roundRect">
            <a:avLst>
              <a:gd name="adj" fmla="val 16667"/>
            </a:avLst>
          </a:prstGeom>
          <a:solidFill>
            <a:srgbClr val="14243c"/>
          </a:solidFill>
          <a:ln w="9525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5" name="Text 60"/>
          <p:cNvSpPr/>
          <p:nvPr/>
        </p:nvSpPr>
        <p:spPr>
          <a:xfrm>
            <a:off x="9516960" y="3127320"/>
            <a:ext cx="961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dce6f2"/>
                </a:solidFill>
                <a:latin typeface="Noto Sans KR"/>
                <a:ea typeface="Noto Sans KR"/>
              </a:rPr>
              <a:t>PyInstaller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6" name="Shape 61"/>
          <p:cNvSpPr/>
          <p:nvPr/>
        </p:nvSpPr>
        <p:spPr>
          <a:xfrm>
            <a:off x="10570320" y="3127320"/>
            <a:ext cx="632520" cy="273960"/>
          </a:xfrm>
          <a:prstGeom prst="roundRect">
            <a:avLst>
              <a:gd name="adj" fmla="val 16667"/>
            </a:avLst>
          </a:prstGeom>
          <a:solidFill>
            <a:srgbClr val="14243c"/>
          </a:solidFill>
          <a:ln w="9525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7" name="Text 62"/>
          <p:cNvSpPr/>
          <p:nvPr/>
        </p:nvSpPr>
        <p:spPr>
          <a:xfrm>
            <a:off x="10570320" y="3127320"/>
            <a:ext cx="632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dce6f2"/>
                </a:solidFill>
                <a:latin typeface="Noto Sans KR"/>
                <a:ea typeface="Noto Sans KR"/>
              </a:rPr>
              <a:t>pytest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8" name="Shape 63"/>
          <p:cNvSpPr/>
          <p:nvPr/>
        </p:nvSpPr>
        <p:spPr>
          <a:xfrm>
            <a:off x="8595360" y="3493080"/>
            <a:ext cx="698400" cy="273960"/>
          </a:xfrm>
          <a:prstGeom prst="roundRect">
            <a:avLst>
              <a:gd name="adj" fmla="val 16667"/>
            </a:avLst>
          </a:prstGeom>
          <a:solidFill>
            <a:srgbClr val="14243c"/>
          </a:solidFill>
          <a:ln w="9525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9" name="Text 64"/>
          <p:cNvSpPr/>
          <p:nvPr/>
        </p:nvSpPr>
        <p:spPr>
          <a:xfrm>
            <a:off x="8595360" y="3493080"/>
            <a:ext cx="698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dce6f2"/>
                </a:solidFill>
                <a:latin typeface="Noto Sans KR"/>
                <a:ea typeface="Noto Sans KR"/>
              </a:rPr>
              <a:t>hashlib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0" name="Shape 65"/>
          <p:cNvSpPr/>
          <p:nvPr/>
        </p:nvSpPr>
        <p:spPr>
          <a:xfrm>
            <a:off x="9385560" y="3493080"/>
            <a:ext cx="763920" cy="273960"/>
          </a:xfrm>
          <a:prstGeom prst="roundRect">
            <a:avLst>
              <a:gd name="adj" fmla="val 16667"/>
            </a:avLst>
          </a:prstGeom>
          <a:solidFill>
            <a:srgbClr val="14243c"/>
          </a:solidFill>
          <a:ln w="9525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1" name="Text 66"/>
          <p:cNvSpPr/>
          <p:nvPr/>
        </p:nvSpPr>
        <p:spPr>
          <a:xfrm>
            <a:off x="9385560" y="3493080"/>
            <a:ext cx="763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dce6f2"/>
                </a:solidFill>
                <a:latin typeface="Noto Sans KR"/>
                <a:ea typeface="Noto Sans KR"/>
              </a:rPr>
              <a:t>argparse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2" name="Shape 67"/>
          <p:cNvSpPr/>
          <p:nvPr/>
        </p:nvSpPr>
        <p:spPr>
          <a:xfrm>
            <a:off x="8366760" y="4617720"/>
            <a:ext cx="3318840" cy="420120"/>
          </a:xfrm>
          <a:prstGeom prst="rect">
            <a:avLst/>
          </a:prstGeom>
          <a:solidFill>
            <a:srgbClr val="13243b"/>
          </a:solidFill>
          <a:ln w="9525">
            <a:solidFill>
              <a:srgbClr val="1f34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3" name="Text 68"/>
          <p:cNvSpPr/>
          <p:nvPr/>
        </p:nvSpPr>
        <p:spPr>
          <a:xfrm>
            <a:off x="8549640" y="4617720"/>
            <a:ext cx="9140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5eead4"/>
                </a:solidFill>
                <a:latin typeface="Noto Sans KR"/>
                <a:ea typeface="Noto Sans KR"/>
              </a:rPr>
              <a:t>11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4" name="Text 69"/>
          <p:cNvSpPr/>
          <p:nvPr/>
        </p:nvSpPr>
        <p:spPr>
          <a:xfrm>
            <a:off x="9418320" y="4617720"/>
            <a:ext cx="213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200" spc="-1" strike="noStrike">
                <a:solidFill>
                  <a:srgbClr val="c2cedd"/>
                </a:solidFill>
                <a:latin typeface="Noto Sans KR"/>
                <a:ea typeface="Noto Sans KR"/>
              </a:rPr>
              <a:t>모듈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5" name="Shape 70"/>
          <p:cNvSpPr/>
          <p:nvPr/>
        </p:nvSpPr>
        <p:spPr>
          <a:xfrm>
            <a:off x="8366760" y="5093280"/>
            <a:ext cx="3318840" cy="420120"/>
          </a:xfrm>
          <a:prstGeom prst="rect">
            <a:avLst/>
          </a:prstGeom>
          <a:solidFill>
            <a:srgbClr val="13243b"/>
          </a:solidFill>
          <a:ln w="9525">
            <a:solidFill>
              <a:srgbClr val="1f34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6" name="Text 71"/>
          <p:cNvSpPr/>
          <p:nvPr/>
        </p:nvSpPr>
        <p:spPr>
          <a:xfrm>
            <a:off x="8549640" y="5093280"/>
            <a:ext cx="9140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b923c"/>
                </a:solidFill>
                <a:latin typeface="Noto Sans KR"/>
                <a:ea typeface="Noto Sans KR"/>
              </a:rPr>
              <a:t>42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7" name="Text 72"/>
          <p:cNvSpPr/>
          <p:nvPr/>
        </p:nvSpPr>
        <p:spPr>
          <a:xfrm>
            <a:off x="9418320" y="5093280"/>
            <a:ext cx="213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200" spc="-1" strike="noStrike">
                <a:solidFill>
                  <a:srgbClr val="c2cedd"/>
                </a:solidFill>
                <a:latin typeface="Noto Sans KR"/>
                <a:ea typeface="Noto Sans KR"/>
              </a:rPr>
              <a:t>테스트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8" name="Shape 73"/>
          <p:cNvSpPr/>
          <p:nvPr/>
        </p:nvSpPr>
        <p:spPr>
          <a:xfrm>
            <a:off x="8366760" y="5568840"/>
            <a:ext cx="3318840" cy="420120"/>
          </a:xfrm>
          <a:prstGeom prst="rect">
            <a:avLst/>
          </a:prstGeom>
          <a:solidFill>
            <a:srgbClr val="13243b"/>
          </a:solidFill>
          <a:ln w="9525">
            <a:solidFill>
              <a:srgbClr val="1f34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9" name="Text 74"/>
          <p:cNvSpPr/>
          <p:nvPr/>
        </p:nvSpPr>
        <p:spPr>
          <a:xfrm>
            <a:off x="8549640" y="5568840"/>
            <a:ext cx="9140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bca4fb"/>
                </a:solidFill>
                <a:latin typeface="Noto Sans KR"/>
                <a:ea typeface="Noto Sans KR"/>
              </a:rPr>
              <a:t>3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0" name="Text 75"/>
          <p:cNvSpPr/>
          <p:nvPr/>
        </p:nvSpPr>
        <p:spPr>
          <a:xfrm>
            <a:off x="9418320" y="5568840"/>
            <a:ext cx="213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200" spc="-1" strike="noStrike">
                <a:solidFill>
                  <a:srgbClr val="c2cedd"/>
                </a:solidFill>
                <a:latin typeface="Noto Sans KR"/>
                <a:ea typeface="Noto Sans KR"/>
              </a:rPr>
              <a:t>출력 포맷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Shape 0"/>
          <p:cNvSpPr/>
          <p:nvPr/>
        </p:nvSpPr>
        <p:spPr>
          <a:xfrm>
            <a:off x="502920" y="475560"/>
            <a:ext cx="63720" cy="237240"/>
          </a:xfrm>
          <a:prstGeom prst="rect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2" name="Text 1"/>
          <p:cNvSpPr/>
          <p:nvPr/>
        </p:nvSpPr>
        <p:spPr>
          <a:xfrm>
            <a:off x="685800" y="4572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99" strike="noStrike">
                <a:solidFill>
                  <a:srgbClr val="2dd4bf"/>
                </a:solidFill>
                <a:latin typeface="Noto Sans KR"/>
                <a:ea typeface="Noto Sans KR"/>
              </a:rPr>
              <a:t>10  ·  CONFIG &amp; UX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3" name="Text 2"/>
          <p:cNvSpPr/>
          <p:nvPr/>
        </p:nvSpPr>
        <p:spPr>
          <a:xfrm>
            <a:off x="475560" y="786240"/>
            <a:ext cx="109724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4000" spc="-1" strike="noStrike">
                <a:solidFill>
                  <a:srgbClr val="e6edf6"/>
                </a:solidFill>
                <a:latin typeface="Noto Sans KR"/>
                <a:ea typeface="Noto Sans KR"/>
              </a:rPr>
              <a:t>설정 </a:t>
            </a:r>
            <a:r>
              <a:rPr b="1" lang="en-US" sz="4000" spc="-1" strike="noStrike">
                <a:solidFill>
                  <a:srgbClr val="e6edf6"/>
                </a:solidFill>
                <a:latin typeface="Noto Sans KR"/>
                <a:ea typeface="Noto Sans KR"/>
              </a:rPr>
              <a:t>· </a:t>
            </a:r>
            <a:r>
              <a:rPr b="1" lang="zh-CN" sz="4000" spc="-1" strike="noStrike">
                <a:solidFill>
                  <a:srgbClr val="e6edf6"/>
                </a:solidFill>
                <a:latin typeface="Noto Sans KR"/>
                <a:ea typeface="Noto Sans KR"/>
              </a:rPr>
              <a:t>사용자 편의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4" name="Text 3"/>
          <p:cNvSpPr/>
          <p:nvPr/>
        </p:nvSpPr>
        <p:spPr>
          <a:xfrm>
            <a:off x="502920" y="1664280"/>
            <a:ext cx="11155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450" spc="-1" strike="noStrike">
                <a:solidFill>
                  <a:srgbClr val="93a3ba"/>
                </a:solidFill>
                <a:latin typeface="Noto Sans KR"/>
                <a:ea typeface="Noto Sans KR"/>
              </a:rPr>
              <a:t>코드 수정 없이 동작을 바꾸고</a:t>
            </a:r>
            <a:r>
              <a:rPr b="0" lang="en-US" sz="1450" spc="-1" strike="noStrike">
                <a:solidFill>
                  <a:srgbClr val="93a3ba"/>
                </a:solidFill>
                <a:latin typeface="Noto Sans KR"/>
                <a:ea typeface="Noto Sans KR"/>
              </a:rPr>
              <a:t>, </a:t>
            </a:r>
            <a:r>
              <a:rPr b="0" lang="zh-CN" sz="1450" spc="-1" strike="noStrike">
                <a:solidFill>
                  <a:srgbClr val="93a3ba"/>
                </a:solidFill>
                <a:latin typeface="Noto Sans KR"/>
                <a:ea typeface="Noto Sans KR"/>
              </a:rPr>
              <a:t>웹에서 클릭만으로 검토</a:t>
            </a:r>
            <a:r>
              <a:rPr b="0" lang="en-US" sz="1450" spc="-1" strike="noStrike">
                <a:solidFill>
                  <a:srgbClr val="93a3ba"/>
                </a:solidFill>
                <a:latin typeface="Noto Sans KR"/>
                <a:ea typeface="Noto Sans KR"/>
              </a:rPr>
              <a:t>·</a:t>
            </a:r>
            <a:r>
              <a:rPr b="0" lang="zh-CN" sz="1450" spc="-1" strike="noStrike">
                <a:solidFill>
                  <a:srgbClr val="93a3ba"/>
                </a:solidFill>
                <a:latin typeface="Noto Sans KR"/>
                <a:ea typeface="Noto Sans KR"/>
              </a:rPr>
              <a:t>실행</a:t>
            </a: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5" name="Text 4"/>
          <p:cNvSpPr/>
          <p:nvPr/>
        </p:nvSpPr>
        <p:spPr>
          <a:xfrm>
            <a:off x="10881360" y="384120"/>
            <a:ext cx="1005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7" strike="noStrike">
                <a:solidFill>
                  <a:srgbClr val="93a3ba"/>
                </a:solidFill>
                <a:latin typeface="Noto Sans KR"/>
                <a:ea typeface="Noto Sans KR"/>
              </a:rPr>
              <a:t>11</a:t>
            </a:r>
            <a:r>
              <a:rPr b="0" lang="en-US" sz="1100" spc="97" strike="noStrike">
                <a:solidFill>
                  <a:srgbClr val="566983"/>
                </a:solidFill>
                <a:latin typeface="Noto Sans KR"/>
                <a:ea typeface="Noto Sans KR"/>
              </a:rPr>
              <a:t>  / 13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6" name="Text 5"/>
          <p:cNvSpPr/>
          <p:nvPr/>
        </p:nvSpPr>
        <p:spPr>
          <a:xfrm>
            <a:off x="502920" y="641916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248" strike="noStrike">
                <a:solidFill>
                  <a:srgbClr val="33455e"/>
                </a:solidFill>
                <a:latin typeface="Noto Sans KR"/>
                <a:ea typeface="Noto Sans KR"/>
              </a:rPr>
              <a:t>DOWNLOADORGANIZER  ·  SAFE-BY-DESIGN FILE AUTOMATION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7" name="Text 6"/>
          <p:cNvSpPr/>
          <p:nvPr/>
        </p:nvSpPr>
        <p:spPr>
          <a:xfrm>
            <a:off x="502920" y="224028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299" strike="noStrike">
                <a:solidFill>
                  <a:srgbClr val="f4883c"/>
                </a:solidFill>
                <a:latin typeface="Noto Sans KR"/>
                <a:ea typeface="Noto Sans KR"/>
              </a:rPr>
              <a:t>CONFIG.JSON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8" name="Text 7"/>
          <p:cNvSpPr/>
          <p:nvPr/>
        </p:nvSpPr>
        <p:spPr>
          <a:xfrm>
            <a:off x="484560" y="248724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2200" spc="-1" strike="noStrike">
                <a:solidFill>
                  <a:srgbClr val="e6edf6"/>
                </a:solidFill>
                <a:latin typeface="Noto Sans KR"/>
                <a:ea typeface="Noto Sans KR"/>
              </a:rPr>
              <a:t>설정 파일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9" name="Shape 8"/>
          <p:cNvSpPr/>
          <p:nvPr/>
        </p:nvSpPr>
        <p:spPr>
          <a:xfrm>
            <a:off x="502920" y="3063240"/>
            <a:ext cx="5120280" cy="2331360"/>
          </a:xfrm>
          <a:prstGeom prst="rect">
            <a:avLst/>
          </a:prstGeom>
          <a:solidFill>
            <a:srgbClr val="111f33"/>
          </a:solidFill>
          <a:ln w="12700">
            <a:solidFill>
              <a:srgbClr val="1f34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0" name="Shape 9"/>
          <p:cNvSpPr/>
          <p:nvPr/>
        </p:nvSpPr>
        <p:spPr>
          <a:xfrm>
            <a:off x="502920" y="3063240"/>
            <a:ext cx="5120280" cy="438480"/>
          </a:xfrm>
          <a:prstGeom prst="rect">
            <a:avLst/>
          </a:prstGeom>
          <a:solidFill>
            <a:srgbClr val="1627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1" name="Text 10"/>
          <p:cNvSpPr/>
          <p:nvPr/>
        </p:nvSpPr>
        <p:spPr>
          <a:xfrm>
            <a:off x="777240" y="314568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299" strike="noStrike">
                <a:solidFill>
                  <a:srgbClr val="6e83a2"/>
                </a:solidFill>
                <a:latin typeface="Noto Sans KR"/>
                <a:ea typeface="Noto Sans KR"/>
              </a:rPr>
              <a:t>KEY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2" name="Text 11"/>
          <p:cNvSpPr/>
          <p:nvPr/>
        </p:nvSpPr>
        <p:spPr>
          <a:xfrm>
            <a:off x="3108960" y="314568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950" spc="199" strike="noStrike">
                <a:solidFill>
                  <a:srgbClr val="6e83a2"/>
                </a:solidFill>
                <a:latin typeface="Noto Sans KR"/>
                <a:ea typeface="Noto Sans KR"/>
              </a:rPr>
              <a:t>동작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3" name="Text 12"/>
          <p:cNvSpPr/>
          <p:nvPr/>
        </p:nvSpPr>
        <p:spPr>
          <a:xfrm>
            <a:off x="777240" y="3502080"/>
            <a:ext cx="2285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5eead4"/>
                </a:solidFill>
                <a:latin typeface="DejaVu Sans Mono"/>
                <a:ea typeface="DejaVu Sans Mono"/>
              </a:rPr>
              <a:t>old_days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4" name="Text 13"/>
          <p:cNvSpPr/>
          <p:nvPr/>
        </p:nvSpPr>
        <p:spPr>
          <a:xfrm>
            <a:off x="3108960" y="3502080"/>
            <a:ext cx="2285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100" spc="-1" strike="noStrike">
                <a:solidFill>
                  <a:srgbClr val="c2cedd"/>
                </a:solidFill>
                <a:latin typeface="Noto Sans KR"/>
                <a:ea typeface="Noto Sans KR"/>
              </a:rPr>
              <a:t>오래된 파일 기준</a:t>
            </a:r>
            <a:r>
              <a:rPr b="0" lang="en-US" sz="1100" spc="-1" strike="noStrike">
                <a:solidFill>
                  <a:srgbClr val="c2cedd"/>
                </a:solidFill>
                <a:latin typeface="Noto Sans KR"/>
                <a:ea typeface="Noto Sans KR"/>
              </a:rPr>
              <a:t>(</a:t>
            </a:r>
            <a:r>
              <a:rPr b="0" lang="zh-CN" sz="1100" spc="-1" strike="noStrike">
                <a:solidFill>
                  <a:srgbClr val="c2cedd"/>
                </a:solidFill>
                <a:latin typeface="Noto Sans KR"/>
                <a:ea typeface="Noto Sans KR"/>
              </a:rPr>
              <a:t>일</a:t>
            </a:r>
            <a:r>
              <a:rPr b="0" lang="en-US" sz="1100" spc="-1" strike="noStrike">
                <a:solidFill>
                  <a:srgbClr val="c2cedd"/>
                </a:solidFill>
                <a:latin typeface="Noto Sans KR"/>
                <a:ea typeface="Noto Sans KR"/>
              </a:rPr>
              <a:t>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5" name="Shape 14"/>
          <p:cNvSpPr/>
          <p:nvPr/>
        </p:nvSpPr>
        <p:spPr>
          <a:xfrm>
            <a:off x="731520" y="3959280"/>
            <a:ext cx="4663440" cy="360"/>
          </a:xfrm>
          <a:prstGeom prst="line">
            <a:avLst/>
          </a:prstGeom>
          <a:ln w="9525">
            <a:solidFill>
              <a:srgbClr val="1b2d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6" name="Text 15"/>
          <p:cNvSpPr/>
          <p:nvPr/>
        </p:nvSpPr>
        <p:spPr>
          <a:xfrm>
            <a:off x="777240" y="3959280"/>
            <a:ext cx="2285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5eead4"/>
                </a:solidFill>
                <a:latin typeface="DejaVu Sans Mono"/>
                <a:ea typeface="DejaVu Sans Mono"/>
              </a:rPr>
              <a:t>file_categories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7" name="Text 16"/>
          <p:cNvSpPr/>
          <p:nvPr/>
        </p:nvSpPr>
        <p:spPr>
          <a:xfrm>
            <a:off x="3108960" y="3959280"/>
            <a:ext cx="2285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100" spc="-1" strike="noStrike">
                <a:solidFill>
                  <a:srgbClr val="c2cedd"/>
                </a:solidFill>
                <a:latin typeface="Noto Sans KR"/>
                <a:ea typeface="Noto Sans KR"/>
              </a:rPr>
              <a:t>분류 규칙 전체 교체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8" name="Shape 17"/>
          <p:cNvSpPr/>
          <p:nvPr/>
        </p:nvSpPr>
        <p:spPr>
          <a:xfrm>
            <a:off x="731520" y="4416480"/>
            <a:ext cx="4663440" cy="360"/>
          </a:xfrm>
          <a:prstGeom prst="line">
            <a:avLst/>
          </a:prstGeom>
          <a:ln w="9525">
            <a:solidFill>
              <a:srgbClr val="1b2d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9" name="Text 18"/>
          <p:cNvSpPr/>
          <p:nvPr/>
        </p:nvSpPr>
        <p:spPr>
          <a:xfrm>
            <a:off x="777240" y="4416480"/>
            <a:ext cx="2285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5eead4"/>
                </a:solidFill>
                <a:latin typeface="DejaVu Sans Mono"/>
                <a:ea typeface="DejaVu Sans Mono"/>
              </a:rPr>
              <a:t>bookmark_categories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0" name="Text 19"/>
          <p:cNvSpPr/>
          <p:nvPr/>
        </p:nvSpPr>
        <p:spPr>
          <a:xfrm>
            <a:off x="3108960" y="4416480"/>
            <a:ext cx="2285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100" spc="-1" strike="noStrike">
                <a:solidFill>
                  <a:srgbClr val="c2cedd"/>
                </a:solidFill>
                <a:latin typeface="Noto Sans KR"/>
                <a:ea typeface="Noto Sans KR"/>
              </a:rPr>
              <a:t>북마크 키워드 교체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1" name="Shape 20"/>
          <p:cNvSpPr/>
          <p:nvPr/>
        </p:nvSpPr>
        <p:spPr>
          <a:xfrm>
            <a:off x="731520" y="4873680"/>
            <a:ext cx="4663440" cy="360"/>
          </a:xfrm>
          <a:prstGeom prst="line">
            <a:avLst/>
          </a:prstGeom>
          <a:ln w="9525">
            <a:solidFill>
              <a:srgbClr val="1b2d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2" name="Text 21"/>
          <p:cNvSpPr/>
          <p:nvPr/>
        </p:nvSpPr>
        <p:spPr>
          <a:xfrm>
            <a:off x="777240" y="4873680"/>
            <a:ext cx="2285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5eead4"/>
                </a:solidFill>
                <a:latin typeface="DejaVu Sans Mono"/>
                <a:ea typeface="DejaVu Sans Mono"/>
              </a:rPr>
              <a:t>extra_blocked_roots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3" name="Text 22"/>
          <p:cNvSpPr/>
          <p:nvPr/>
        </p:nvSpPr>
        <p:spPr>
          <a:xfrm>
            <a:off x="3108960" y="4873680"/>
            <a:ext cx="2285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100" spc="-1" strike="noStrike">
                <a:solidFill>
                  <a:srgbClr val="c2cedd"/>
                </a:solidFill>
                <a:latin typeface="Noto Sans KR"/>
                <a:ea typeface="Noto Sans KR"/>
              </a:rPr>
              <a:t>차단 경로 추가</a:t>
            </a:r>
            <a:r>
              <a:rPr b="0" lang="en-US" sz="1100" spc="-1" strike="noStrike">
                <a:solidFill>
                  <a:srgbClr val="c2cedd"/>
                </a:solidFill>
                <a:latin typeface="Noto Sans KR"/>
                <a:ea typeface="Noto Sans KR"/>
              </a:rPr>
              <a:t>(</a:t>
            </a:r>
            <a:r>
              <a:rPr b="0" lang="zh-CN" sz="1100" spc="-1" strike="noStrike">
                <a:solidFill>
                  <a:srgbClr val="c2cedd"/>
                </a:solidFill>
                <a:latin typeface="Noto Sans KR"/>
                <a:ea typeface="Noto Sans KR"/>
              </a:rPr>
              <a:t>제거 불가</a:t>
            </a:r>
            <a:r>
              <a:rPr b="0" lang="en-US" sz="1100" spc="-1" strike="noStrike">
                <a:solidFill>
                  <a:srgbClr val="c2cedd"/>
                </a:solidFill>
                <a:latin typeface="Noto Sans KR"/>
                <a:ea typeface="Noto Sans KR"/>
              </a:rPr>
              <a:t>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4" name="Text 23"/>
          <p:cNvSpPr/>
          <p:nvPr/>
        </p:nvSpPr>
        <p:spPr>
          <a:xfrm>
            <a:off x="502920" y="5486400"/>
            <a:ext cx="5120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66983"/>
                </a:solidFill>
                <a:latin typeface="Noto Sans KR"/>
                <a:ea typeface="Noto Sans KR"/>
              </a:rPr>
              <a:t>CLI </a:t>
            </a:r>
            <a:r>
              <a:rPr b="0" lang="zh-CN" sz="1000" spc="-1" strike="noStrike">
                <a:solidFill>
                  <a:srgbClr val="566983"/>
                </a:solidFill>
                <a:latin typeface="Noto Sans KR"/>
                <a:ea typeface="Noto Sans KR"/>
              </a:rPr>
              <a:t>옵션</a:t>
            </a:r>
            <a:r>
              <a:rPr b="0" lang="en-US" sz="1000" spc="-1" strike="noStrike">
                <a:solidFill>
                  <a:srgbClr val="566983"/>
                </a:solidFill>
                <a:latin typeface="Noto Sans KR"/>
                <a:ea typeface="Noto Sans KR"/>
              </a:rPr>
              <a:t>(--old-days </a:t>
            </a:r>
            <a:r>
              <a:rPr b="0" lang="zh-CN" sz="1000" spc="-1" strike="noStrike">
                <a:solidFill>
                  <a:srgbClr val="566983"/>
                </a:solidFill>
                <a:latin typeface="Noto Sans KR"/>
                <a:ea typeface="Noto Sans KR"/>
              </a:rPr>
              <a:t>등</a:t>
            </a:r>
            <a:r>
              <a:rPr b="0" lang="en-US" sz="1000" spc="-1" strike="noStrike">
                <a:solidFill>
                  <a:srgbClr val="566983"/>
                </a:solidFill>
                <a:latin typeface="Noto Sans KR"/>
                <a:ea typeface="Noto Sans KR"/>
              </a:rPr>
              <a:t>)</a:t>
            </a:r>
            <a:r>
              <a:rPr b="0" lang="zh-CN" sz="1000" spc="-1" strike="noStrike">
                <a:solidFill>
                  <a:srgbClr val="566983"/>
                </a:solidFill>
                <a:latin typeface="Noto Sans KR"/>
                <a:ea typeface="Noto Sans KR"/>
              </a:rPr>
              <a:t>이 설정 파일보다 우선합니다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5" name="Text 24"/>
          <p:cNvSpPr/>
          <p:nvPr/>
        </p:nvSpPr>
        <p:spPr>
          <a:xfrm>
            <a:off x="6537960" y="224028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299" strike="noStrike">
                <a:solidFill>
                  <a:srgbClr val="2dd4bf"/>
                </a:solidFill>
                <a:latin typeface="Noto Sans KR"/>
                <a:ea typeface="Noto Sans KR"/>
              </a:rPr>
              <a:t>STREAMLIT WEB UI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6" name="Text 25"/>
          <p:cNvSpPr/>
          <p:nvPr/>
        </p:nvSpPr>
        <p:spPr>
          <a:xfrm>
            <a:off x="6519600" y="248724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2200" spc="-1" strike="noStrike">
                <a:solidFill>
                  <a:srgbClr val="e6edf6"/>
                </a:solidFill>
                <a:latin typeface="Noto Sans KR"/>
                <a:ea typeface="Noto Sans KR"/>
              </a:rPr>
              <a:t>웹 인터페이스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7" name="Shape 26"/>
          <p:cNvSpPr/>
          <p:nvPr/>
        </p:nvSpPr>
        <p:spPr>
          <a:xfrm>
            <a:off x="6537960" y="3108960"/>
            <a:ext cx="5120280" cy="603000"/>
          </a:xfrm>
          <a:prstGeom prst="rect">
            <a:avLst/>
          </a:prstGeom>
          <a:solidFill>
            <a:srgbClr val="111f33"/>
          </a:solidFill>
          <a:ln w="12700">
            <a:solidFill>
              <a:srgbClr val="1f34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58" name="Image 0" descr="/home/claude/icons/window_teal.png"/>
          <p:cNvPicPr/>
          <p:nvPr/>
        </p:nvPicPr>
        <p:blipFill>
          <a:blip r:embed="rId1"/>
          <a:stretch/>
        </p:blipFill>
        <p:spPr>
          <a:xfrm>
            <a:off x="6748200" y="327348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559" name="Text 27"/>
          <p:cNvSpPr/>
          <p:nvPr/>
        </p:nvSpPr>
        <p:spPr>
          <a:xfrm>
            <a:off x="7150680" y="3173040"/>
            <a:ext cx="4297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350" spc="-1" strike="noStrike">
                <a:solidFill>
                  <a:srgbClr val="e6edf6"/>
                </a:solidFill>
                <a:latin typeface="Noto Sans KR"/>
                <a:ea typeface="Noto Sans KR"/>
              </a:rPr>
              <a:t>지표 카드 </a:t>
            </a:r>
            <a:r>
              <a:rPr b="1" lang="en-US" sz="1350" spc="-1" strike="noStrike">
                <a:solidFill>
                  <a:srgbClr val="e6edf6"/>
                </a:solidFill>
                <a:latin typeface="Noto Sans KR"/>
                <a:ea typeface="Noto Sans KR"/>
              </a:rPr>
              <a:t>· </a:t>
            </a:r>
            <a:r>
              <a:rPr b="1" lang="zh-CN" sz="1350" spc="-1" strike="noStrike">
                <a:solidFill>
                  <a:srgbClr val="e6edf6"/>
                </a:solidFill>
                <a:latin typeface="Noto Sans KR"/>
                <a:ea typeface="Noto Sans KR"/>
              </a:rPr>
              <a:t>탭 구성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0" name="Text 28"/>
          <p:cNvSpPr/>
          <p:nvPr/>
        </p:nvSpPr>
        <p:spPr>
          <a:xfrm>
            <a:off x="7150680" y="3438000"/>
            <a:ext cx="42973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050" spc="-1" strike="noStrike">
                <a:solidFill>
                  <a:srgbClr val="93a3ba"/>
                </a:solidFill>
                <a:latin typeface="Noto Sans KR"/>
                <a:ea typeface="Noto Sans KR"/>
              </a:rPr>
              <a:t>요약</a:t>
            </a:r>
            <a:r>
              <a:rPr b="0" lang="en-US" sz="1050" spc="-1" strike="noStrike">
                <a:solidFill>
                  <a:srgbClr val="93a3ba"/>
                </a:solidFill>
                <a:latin typeface="Noto Sans KR"/>
                <a:ea typeface="Noto Sans KR"/>
              </a:rPr>
              <a:t>·</a:t>
            </a:r>
            <a:r>
              <a:rPr b="0" lang="zh-CN" sz="1050" spc="-1" strike="noStrike">
                <a:solidFill>
                  <a:srgbClr val="93a3ba"/>
                </a:solidFill>
                <a:latin typeface="Noto Sans KR"/>
                <a:ea typeface="Noto Sans KR"/>
              </a:rPr>
              <a:t>미리보기</a:t>
            </a:r>
            <a:r>
              <a:rPr b="0" lang="en-US" sz="1050" spc="-1" strike="noStrike">
                <a:solidFill>
                  <a:srgbClr val="93a3ba"/>
                </a:solidFill>
                <a:latin typeface="Noto Sans KR"/>
                <a:ea typeface="Noto Sans KR"/>
              </a:rPr>
              <a:t>·</a:t>
            </a:r>
            <a:r>
              <a:rPr b="0" lang="zh-CN" sz="1050" spc="-1" strike="noStrike">
                <a:solidFill>
                  <a:srgbClr val="93a3ba"/>
                </a:solidFill>
                <a:latin typeface="Noto Sans KR"/>
                <a:ea typeface="Noto Sans KR"/>
              </a:rPr>
              <a:t>중복</a:t>
            </a:r>
            <a:r>
              <a:rPr b="0" lang="en-US" sz="1050" spc="-1" strike="noStrike">
                <a:solidFill>
                  <a:srgbClr val="93a3ba"/>
                </a:solidFill>
                <a:latin typeface="Noto Sans KR"/>
                <a:ea typeface="Noto Sans KR"/>
              </a:rPr>
              <a:t>·</a:t>
            </a:r>
            <a:r>
              <a:rPr b="0" lang="zh-CN" sz="1050" spc="-1" strike="noStrike">
                <a:solidFill>
                  <a:srgbClr val="93a3ba"/>
                </a:solidFill>
                <a:latin typeface="Noto Sans KR"/>
                <a:ea typeface="Noto Sans KR"/>
              </a:rPr>
              <a:t>북마크 탭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1" name="Shape 29"/>
          <p:cNvSpPr/>
          <p:nvPr/>
        </p:nvSpPr>
        <p:spPr>
          <a:xfrm>
            <a:off x="6537960" y="3822120"/>
            <a:ext cx="5120280" cy="603000"/>
          </a:xfrm>
          <a:prstGeom prst="rect">
            <a:avLst/>
          </a:prstGeom>
          <a:solidFill>
            <a:srgbClr val="111f33"/>
          </a:solidFill>
          <a:ln w="12700">
            <a:solidFill>
              <a:srgbClr val="1f34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62" name="Image 1" descr="/home/claude/icons/eye_teal.png"/>
          <p:cNvPicPr/>
          <p:nvPr/>
        </p:nvPicPr>
        <p:blipFill>
          <a:blip r:embed="rId2"/>
          <a:stretch/>
        </p:blipFill>
        <p:spPr>
          <a:xfrm>
            <a:off x="6748200" y="398664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563" name="Text 30"/>
          <p:cNvSpPr/>
          <p:nvPr/>
        </p:nvSpPr>
        <p:spPr>
          <a:xfrm>
            <a:off x="7150680" y="3886200"/>
            <a:ext cx="4297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350" spc="-1" strike="noStrike">
                <a:solidFill>
                  <a:srgbClr val="e6edf6"/>
                </a:solidFill>
                <a:latin typeface="Noto Sans KR"/>
                <a:ea typeface="Noto Sans KR"/>
              </a:rPr>
              <a:t>이동 미리보기 </a:t>
            </a:r>
            <a:r>
              <a:rPr b="1" lang="en-US" sz="1350" spc="-1" strike="noStrike">
                <a:solidFill>
                  <a:srgbClr val="e6edf6"/>
                </a:solidFill>
                <a:latin typeface="Noto Sans KR"/>
                <a:ea typeface="Noto Sans KR"/>
              </a:rPr>
              <a:t>· </a:t>
            </a:r>
            <a:r>
              <a:rPr b="1" lang="zh-CN" sz="1350" spc="-1" strike="noStrike">
                <a:solidFill>
                  <a:srgbClr val="e6edf6"/>
                </a:solidFill>
                <a:latin typeface="Noto Sans KR"/>
                <a:ea typeface="Noto Sans KR"/>
              </a:rPr>
              <a:t>파일 제외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4" name="Text 31"/>
          <p:cNvSpPr/>
          <p:nvPr/>
        </p:nvSpPr>
        <p:spPr>
          <a:xfrm>
            <a:off x="7150680" y="4151520"/>
            <a:ext cx="42973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050" spc="-1" strike="noStrike">
                <a:solidFill>
                  <a:srgbClr val="93a3ba"/>
                </a:solidFill>
                <a:latin typeface="Noto Sans KR"/>
                <a:ea typeface="Noto Sans KR"/>
              </a:rPr>
              <a:t>표에서 직접 선택적 적용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5" name="Shape 32"/>
          <p:cNvSpPr/>
          <p:nvPr/>
        </p:nvSpPr>
        <p:spPr>
          <a:xfrm>
            <a:off x="6537960" y="4535280"/>
            <a:ext cx="5120280" cy="603000"/>
          </a:xfrm>
          <a:prstGeom prst="rect">
            <a:avLst/>
          </a:prstGeom>
          <a:solidFill>
            <a:srgbClr val="111f33"/>
          </a:solidFill>
          <a:ln w="12700">
            <a:solidFill>
              <a:srgbClr val="1f34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66" name="Image 2" descr="/home/claude/icons/excel_teal.png"/>
          <p:cNvPicPr/>
          <p:nvPr/>
        </p:nvPicPr>
        <p:blipFill>
          <a:blip r:embed="rId3"/>
          <a:stretch/>
        </p:blipFill>
        <p:spPr>
          <a:xfrm>
            <a:off x="6748200" y="470016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567" name="Text 33"/>
          <p:cNvSpPr/>
          <p:nvPr/>
        </p:nvSpPr>
        <p:spPr>
          <a:xfrm>
            <a:off x="7150680" y="4599360"/>
            <a:ext cx="4297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350" spc="-1" strike="noStrike">
                <a:solidFill>
                  <a:srgbClr val="e6edf6"/>
                </a:solidFill>
                <a:latin typeface="Noto Sans KR"/>
                <a:ea typeface="Noto Sans KR"/>
              </a:rPr>
              <a:t>보고서 다운로드 </a:t>
            </a:r>
            <a:r>
              <a:rPr b="1" lang="en-US" sz="1350" spc="-1" strike="noStrike">
                <a:solidFill>
                  <a:srgbClr val="e6edf6"/>
                </a:solidFill>
                <a:latin typeface="Noto Sans KR"/>
                <a:ea typeface="Noto Sans KR"/>
              </a:rPr>
              <a:t>· </a:t>
            </a:r>
            <a:r>
              <a:rPr b="1" lang="zh-CN" sz="1350" spc="-1" strike="noStrike">
                <a:solidFill>
                  <a:srgbClr val="e6edf6"/>
                </a:solidFill>
                <a:latin typeface="Noto Sans KR"/>
                <a:ea typeface="Noto Sans KR"/>
              </a:rPr>
              <a:t>되돌리기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8" name="Text 34"/>
          <p:cNvSpPr/>
          <p:nvPr/>
        </p:nvSpPr>
        <p:spPr>
          <a:xfrm>
            <a:off x="7150680" y="4864680"/>
            <a:ext cx="42973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050" spc="-1" strike="noStrike">
                <a:solidFill>
                  <a:srgbClr val="93a3ba"/>
                </a:solidFill>
                <a:latin typeface="Noto Sans KR"/>
                <a:ea typeface="Noto Sans KR"/>
              </a:rPr>
              <a:t>같은 화면에서 처리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9" name="Shape 35"/>
          <p:cNvSpPr/>
          <p:nvPr/>
        </p:nvSpPr>
        <p:spPr>
          <a:xfrm>
            <a:off x="6537960" y="5248800"/>
            <a:ext cx="5120280" cy="603000"/>
          </a:xfrm>
          <a:prstGeom prst="rect">
            <a:avLst/>
          </a:prstGeom>
          <a:solidFill>
            <a:srgbClr val="111f33"/>
          </a:solidFill>
          <a:ln w="12700">
            <a:solidFill>
              <a:srgbClr val="1f34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70" name="Image 3" descr="/home/claude/icons/key_teal.png"/>
          <p:cNvPicPr/>
          <p:nvPr/>
        </p:nvPicPr>
        <p:blipFill>
          <a:blip r:embed="rId4"/>
          <a:stretch/>
        </p:blipFill>
        <p:spPr>
          <a:xfrm>
            <a:off x="6748200" y="541332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571" name="Text 36"/>
          <p:cNvSpPr/>
          <p:nvPr/>
        </p:nvSpPr>
        <p:spPr>
          <a:xfrm>
            <a:off x="7150680" y="5312520"/>
            <a:ext cx="4297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e6edf6"/>
                </a:solidFill>
                <a:latin typeface="Noto Sans KR"/>
                <a:ea typeface="Noto Sans KR"/>
              </a:rPr>
              <a:t>2</a:t>
            </a:r>
            <a:r>
              <a:rPr b="1" lang="zh-CN" sz="1350" spc="-1" strike="noStrike">
                <a:solidFill>
                  <a:srgbClr val="e6edf6"/>
                </a:solidFill>
                <a:latin typeface="Noto Sans KR"/>
                <a:ea typeface="Noto Sans KR"/>
              </a:rPr>
              <a:t>단계 안전 게이트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2" name="Text 37"/>
          <p:cNvSpPr/>
          <p:nvPr/>
        </p:nvSpPr>
        <p:spPr>
          <a:xfrm>
            <a:off x="7150680" y="5577840"/>
            <a:ext cx="42973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050" spc="-1" strike="noStrike">
                <a:solidFill>
                  <a:srgbClr val="93a3ba"/>
                </a:solidFill>
                <a:latin typeface="Noto Sans KR"/>
                <a:ea typeface="Noto Sans KR"/>
              </a:rPr>
              <a:t>체크박스 </a:t>
            </a:r>
            <a:r>
              <a:rPr b="0" lang="en-US" sz="1050" spc="-1" strike="noStrike">
                <a:solidFill>
                  <a:srgbClr val="93a3ba"/>
                </a:solidFill>
                <a:latin typeface="Noto Sans KR"/>
                <a:ea typeface="Noto Sans KR"/>
              </a:rPr>
              <a:t>+ </a:t>
            </a:r>
            <a:r>
              <a:rPr b="0" lang="zh-CN" sz="1050" spc="-1" strike="noStrike">
                <a:solidFill>
                  <a:srgbClr val="93a3ba"/>
                </a:solidFill>
                <a:latin typeface="Noto Sans KR"/>
                <a:ea typeface="Noto Sans KR"/>
              </a:rPr>
              <a:t>계획 토큰 입력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Shape 0"/>
          <p:cNvSpPr/>
          <p:nvPr/>
        </p:nvSpPr>
        <p:spPr>
          <a:xfrm>
            <a:off x="502920" y="475560"/>
            <a:ext cx="63720" cy="237240"/>
          </a:xfrm>
          <a:prstGeom prst="rect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4" name="Text 1"/>
          <p:cNvSpPr/>
          <p:nvPr/>
        </p:nvSpPr>
        <p:spPr>
          <a:xfrm>
            <a:off x="685800" y="4572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99" strike="noStrike">
                <a:solidFill>
                  <a:srgbClr val="2dd4bf"/>
                </a:solidFill>
                <a:latin typeface="Noto Sans KR"/>
                <a:ea typeface="Noto Sans KR"/>
              </a:rPr>
              <a:t>11  ·  DEMO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5" name="Text 2"/>
          <p:cNvSpPr/>
          <p:nvPr/>
        </p:nvSpPr>
        <p:spPr>
          <a:xfrm>
            <a:off x="475560" y="786240"/>
            <a:ext cx="109724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4000" spc="-1" strike="noStrike">
                <a:solidFill>
                  <a:srgbClr val="e6edf6"/>
                </a:solidFill>
                <a:latin typeface="Noto Sans KR"/>
                <a:ea typeface="Noto Sans KR"/>
              </a:rPr>
              <a:t>시연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6" name="Text 3"/>
          <p:cNvSpPr/>
          <p:nvPr/>
        </p:nvSpPr>
        <p:spPr>
          <a:xfrm>
            <a:off x="502920" y="1664280"/>
            <a:ext cx="11155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93a3ba"/>
                </a:solidFill>
                <a:latin typeface="Noto Sans KR"/>
                <a:ea typeface="Noto Sans KR"/>
              </a:rPr>
              <a:t>git clone → </a:t>
            </a:r>
            <a:r>
              <a:rPr b="0" lang="zh-CN" sz="1450" spc="-1" strike="noStrike">
                <a:solidFill>
                  <a:srgbClr val="93a3ba"/>
                </a:solidFill>
                <a:latin typeface="Noto Sans KR"/>
                <a:ea typeface="Noto Sans KR"/>
              </a:rPr>
              <a:t>설치 → 실행 — 로컬에서 바로 확인하는 설치</a:t>
            </a:r>
            <a:r>
              <a:rPr b="0" lang="en-US" sz="1450" spc="-1" strike="noStrike">
                <a:solidFill>
                  <a:srgbClr val="93a3ba"/>
                </a:solidFill>
                <a:latin typeface="Noto Sans KR"/>
                <a:ea typeface="Noto Sans KR"/>
              </a:rPr>
              <a:t>·</a:t>
            </a:r>
            <a:r>
              <a:rPr b="0" lang="zh-CN" sz="1450" spc="-1" strike="noStrike">
                <a:solidFill>
                  <a:srgbClr val="93a3ba"/>
                </a:solidFill>
                <a:latin typeface="Noto Sans KR"/>
                <a:ea typeface="Noto Sans KR"/>
              </a:rPr>
              <a:t>실행 흐름</a:t>
            </a: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7" name="Text 4"/>
          <p:cNvSpPr/>
          <p:nvPr/>
        </p:nvSpPr>
        <p:spPr>
          <a:xfrm>
            <a:off x="10881360" y="384120"/>
            <a:ext cx="1005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7" strike="noStrike">
                <a:solidFill>
                  <a:srgbClr val="93a3ba"/>
                </a:solidFill>
                <a:latin typeface="Noto Sans KR"/>
                <a:ea typeface="Noto Sans KR"/>
              </a:rPr>
              <a:t>12</a:t>
            </a:r>
            <a:r>
              <a:rPr b="0" lang="en-US" sz="1100" spc="97" strike="noStrike">
                <a:solidFill>
                  <a:srgbClr val="566983"/>
                </a:solidFill>
                <a:latin typeface="Noto Sans KR"/>
                <a:ea typeface="Noto Sans KR"/>
              </a:rPr>
              <a:t>  / 13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8" name="Text 5"/>
          <p:cNvSpPr/>
          <p:nvPr/>
        </p:nvSpPr>
        <p:spPr>
          <a:xfrm>
            <a:off x="502920" y="641916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248" strike="noStrike">
                <a:solidFill>
                  <a:srgbClr val="33455e"/>
                </a:solidFill>
                <a:latin typeface="Noto Sans KR"/>
                <a:ea typeface="Noto Sans KR"/>
              </a:rPr>
              <a:t>DOWNLOADORGANIZER  ·  SAFE-BY-DESIGN FILE AUTOMATION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9" name="Shape 6"/>
          <p:cNvSpPr/>
          <p:nvPr/>
        </p:nvSpPr>
        <p:spPr>
          <a:xfrm>
            <a:off x="502920" y="2286000"/>
            <a:ext cx="6766200" cy="3702960"/>
          </a:xfrm>
          <a:prstGeom prst="rect">
            <a:avLst/>
          </a:prstGeom>
          <a:solidFill>
            <a:srgbClr val="0a1421"/>
          </a:solidFill>
          <a:ln w="12700">
            <a:solidFill>
              <a:srgbClr val="1f34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0" name="Shape 7"/>
          <p:cNvSpPr/>
          <p:nvPr/>
        </p:nvSpPr>
        <p:spPr>
          <a:xfrm>
            <a:off x="502920" y="2286000"/>
            <a:ext cx="6766200" cy="383760"/>
          </a:xfrm>
          <a:prstGeom prst="rect">
            <a:avLst/>
          </a:prstGeom>
          <a:solidFill>
            <a:srgbClr val="1324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1" name="Shape 8"/>
          <p:cNvSpPr/>
          <p:nvPr/>
        </p:nvSpPr>
        <p:spPr>
          <a:xfrm>
            <a:off x="758880" y="2423160"/>
            <a:ext cx="118440" cy="118440"/>
          </a:xfrm>
          <a:prstGeom prst="ellipse">
            <a:avLst/>
          </a:prstGeom>
          <a:solidFill>
            <a:srgbClr val="ee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8880" bIns="388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2" name="Shape 9"/>
          <p:cNvSpPr/>
          <p:nvPr/>
        </p:nvSpPr>
        <p:spPr>
          <a:xfrm>
            <a:off x="978480" y="2423160"/>
            <a:ext cx="118440" cy="118440"/>
          </a:xfrm>
          <a:prstGeom prst="ellipse">
            <a:avLst/>
          </a:prstGeom>
          <a:solidFill>
            <a:srgbClr val="f5c1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8880" bIns="3888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3" name="Shape 10"/>
          <p:cNvSpPr/>
          <p:nvPr/>
        </p:nvSpPr>
        <p:spPr>
          <a:xfrm>
            <a:off x="1197720" y="2423160"/>
            <a:ext cx="118440" cy="118440"/>
          </a:xfrm>
          <a:prstGeom prst="ellipse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8880" bIns="3888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4" name="Text 11"/>
          <p:cNvSpPr/>
          <p:nvPr/>
        </p:nvSpPr>
        <p:spPr>
          <a:xfrm>
            <a:off x="1600200" y="2286000"/>
            <a:ext cx="54860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66983"/>
                </a:solidFill>
                <a:latin typeface="DejaVu Sans Mono"/>
                <a:ea typeface="DejaVu Sans Mono"/>
              </a:rPr>
              <a:t>bash — DownloadOrganizer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5" name="Text 12"/>
          <p:cNvSpPr/>
          <p:nvPr/>
        </p:nvSpPr>
        <p:spPr>
          <a:xfrm>
            <a:off x="822960" y="2834640"/>
            <a:ext cx="6217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97" strike="noStrike">
                <a:solidFill>
                  <a:srgbClr val="2dd4bf"/>
                </a:solidFill>
                <a:latin typeface="DejaVu Sans Mono"/>
                <a:ea typeface="DejaVu Sans Mono"/>
              </a:rPr>
              <a:t># </a:t>
            </a:r>
            <a:r>
              <a:rPr b="1" lang="zh-CN" sz="950" spc="97" strike="noStrike">
                <a:solidFill>
                  <a:srgbClr val="2dd4bf"/>
                </a:solidFill>
                <a:latin typeface="DejaVu Sans Mono"/>
                <a:ea typeface="DejaVu Sans Mono"/>
              </a:rPr>
              <a:t>설치 </a:t>
            </a:r>
            <a:r>
              <a:rPr b="1" lang="en-US" sz="950" spc="97" strike="noStrike">
                <a:solidFill>
                  <a:srgbClr val="2dd4bf"/>
                </a:solidFill>
                <a:latin typeface="DejaVu Sans Mono"/>
                <a:ea typeface="DejaVu Sans Mono"/>
              </a:rPr>
              <a:t>(SETUP)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6" name="Text 13"/>
          <p:cNvSpPr/>
          <p:nvPr/>
        </p:nvSpPr>
        <p:spPr>
          <a:xfrm>
            <a:off x="822960" y="3127320"/>
            <a:ext cx="6217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b923c"/>
                </a:solidFill>
                <a:latin typeface="DejaVu Sans Mono"/>
                <a:ea typeface="DejaVu Sans Mono"/>
              </a:rPr>
              <a:t>$ </a:t>
            </a:r>
            <a:r>
              <a:rPr b="0" lang="en-US" sz="1000" spc="-1" strike="noStrike">
                <a:solidFill>
                  <a:srgbClr val="dce6f2"/>
                </a:solidFill>
                <a:latin typeface="DejaVu Sans Mono"/>
                <a:ea typeface="DejaVu Sans Mono"/>
              </a:rPr>
              <a:t>git clone https://github.com/gemini2k/DownloadOrganizer.git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7" name="Text 14"/>
          <p:cNvSpPr/>
          <p:nvPr/>
        </p:nvSpPr>
        <p:spPr>
          <a:xfrm>
            <a:off x="822960" y="3433680"/>
            <a:ext cx="6217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b923c"/>
                </a:solidFill>
                <a:latin typeface="DejaVu Sans Mono"/>
                <a:ea typeface="DejaVu Sans Mono"/>
              </a:rPr>
              <a:t>$ </a:t>
            </a:r>
            <a:r>
              <a:rPr b="0" lang="en-US" sz="1000" spc="-1" strike="noStrike">
                <a:solidFill>
                  <a:srgbClr val="dce6f2"/>
                </a:solidFill>
                <a:latin typeface="DejaVu Sans Mono"/>
                <a:ea typeface="DejaVu Sans Mono"/>
              </a:rPr>
              <a:t>cd DownloadOrganizer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8" name="Text 15"/>
          <p:cNvSpPr/>
          <p:nvPr/>
        </p:nvSpPr>
        <p:spPr>
          <a:xfrm>
            <a:off x="822960" y="3740040"/>
            <a:ext cx="6217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b923c"/>
                </a:solidFill>
                <a:latin typeface="DejaVu Sans Mono"/>
                <a:ea typeface="DejaVu Sans Mono"/>
              </a:rPr>
              <a:t>$ </a:t>
            </a:r>
            <a:r>
              <a:rPr b="0" lang="en-US" sz="1000" spc="-1" strike="noStrike">
                <a:solidFill>
                  <a:srgbClr val="dce6f2"/>
                </a:solidFill>
                <a:latin typeface="DejaVu Sans Mono"/>
                <a:ea typeface="DejaVu Sans Mono"/>
              </a:rPr>
              <a:t>python -m venv .venv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9" name="Text 16"/>
          <p:cNvSpPr/>
          <p:nvPr/>
        </p:nvSpPr>
        <p:spPr>
          <a:xfrm>
            <a:off x="822960" y="4046400"/>
            <a:ext cx="6217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b923c"/>
                </a:solidFill>
                <a:latin typeface="DejaVu Sans Mono"/>
                <a:ea typeface="DejaVu Sans Mono"/>
              </a:rPr>
              <a:t>$ </a:t>
            </a:r>
            <a:r>
              <a:rPr b="0" lang="en-US" sz="1000" spc="-1" strike="noStrike">
                <a:solidFill>
                  <a:srgbClr val="dce6f2"/>
                </a:solidFill>
                <a:latin typeface="DejaVu Sans Mono"/>
                <a:ea typeface="DejaVu Sans Mono"/>
              </a:rPr>
              <a:t>.venv\Scripts\activate</a:t>
            </a:r>
            <a:r>
              <a:rPr b="0" lang="en-US" sz="1000" spc="-1" strike="noStrike">
                <a:solidFill>
                  <a:srgbClr val="5f8a6e"/>
                </a:solidFill>
                <a:latin typeface="DejaVu Sans Mono"/>
                <a:ea typeface="DejaVu Sans Mono"/>
              </a:rPr>
              <a:t>   # Windows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0" name="Text 17"/>
          <p:cNvSpPr/>
          <p:nvPr/>
        </p:nvSpPr>
        <p:spPr>
          <a:xfrm>
            <a:off x="822960" y="4352400"/>
            <a:ext cx="6217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b923c"/>
                </a:solidFill>
                <a:latin typeface="DejaVu Sans Mono"/>
                <a:ea typeface="DejaVu Sans Mono"/>
              </a:rPr>
              <a:t>$ </a:t>
            </a:r>
            <a:r>
              <a:rPr b="0" lang="en-US" sz="1000" spc="-1" strike="noStrike">
                <a:solidFill>
                  <a:srgbClr val="dce6f2"/>
                </a:solidFill>
                <a:latin typeface="DejaVu Sans Mono"/>
                <a:ea typeface="DejaVu Sans Mono"/>
              </a:rPr>
              <a:t>pip install -e 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1" name="Text 18"/>
          <p:cNvSpPr/>
          <p:nvPr/>
        </p:nvSpPr>
        <p:spPr>
          <a:xfrm>
            <a:off x="822960" y="4768560"/>
            <a:ext cx="6217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97" strike="noStrike">
                <a:solidFill>
                  <a:srgbClr val="2dd4bf"/>
                </a:solidFill>
                <a:latin typeface="DejaVu Sans Mono"/>
                <a:ea typeface="DejaVu Sans Mono"/>
              </a:rPr>
              <a:t># </a:t>
            </a:r>
            <a:r>
              <a:rPr b="1" lang="zh-CN" sz="950" spc="97" strike="noStrike">
                <a:solidFill>
                  <a:srgbClr val="2dd4bf"/>
                </a:solidFill>
                <a:latin typeface="DejaVu Sans Mono"/>
                <a:ea typeface="DejaVu Sans Mono"/>
              </a:rPr>
              <a:t>실행 </a:t>
            </a:r>
            <a:r>
              <a:rPr b="1" lang="en-US" sz="950" spc="97" strike="noStrike">
                <a:solidFill>
                  <a:srgbClr val="2dd4bf"/>
                </a:solidFill>
                <a:latin typeface="DejaVu Sans Mono"/>
                <a:ea typeface="DejaVu Sans Mono"/>
              </a:rPr>
              <a:t>(RUN)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2" name="Text 19"/>
          <p:cNvSpPr/>
          <p:nvPr/>
        </p:nvSpPr>
        <p:spPr>
          <a:xfrm>
            <a:off x="822960" y="5061240"/>
            <a:ext cx="6217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b923c"/>
                </a:solidFill>
                <a:latin typeface="DejaVu Sans Mono"/>
                <a:ea typeface="DejaVu Sans Mono"/>
              </a:rPr>
              <a:t>$ </a:t>
            </a:r>
            <a:r>
              <a:rPr b="0" lang="en-US" sz="1000" spc="-1" strike="noStrike">
                <a:solidFill>
                  <a:srgbClr val="dce6f2"/>
                </a:solidFill>
                <a:latin typeface="DejaVu Sans Mono"/>
                <a:ea typeface="DejaVu Sans Mono"/>
              </a:rPr>
              <a:t>streamlit run streamlit_app.py</a:t>
            </a:r>
            <a:r>
              <a:rPr b="0" lang="en-US" sz="1000" spc="-1" strike="noStrike">
                <a:solidFill>
                  <a:srgbClr val="5f8a6e"/>
                </a:solidFill>
                <a:latin typeface="DejaVu Sans Mono"/>
                <a:ea typeface="DejaVu Sans Mono"/>
              </a:rPr>
              <a:t>   # </a:t>
            </a:r>
            <a:r>
              <a:rPr b="0" lang="zh-CN" sz="1000" spc="-1" strike="noStrike">
                <a:solidFill>
                  <a:srgbClr val="5f8a6e"/>
                </a:solidFill>
                <a:latin typeface="DejaVu Sans Mono"/>
                <a:ea typeface="DejaVu Sans Mono"/>
              </a:rPr>
              <a:t>웹 </a:t>
            </a:r>
            <a:r>
              <a:rPr b="0" lang="en-US" sz="1000" spc="-1" strike="noStrike">
                <a:solidFill>
                  <a:srgbClr val="5f8a6e"/>
                </a:solidFill>
                <a:latin typeface="DejaVu Sans Mono"/>
                <a:ea typeface="DejaVu Sans Mono"/>
              </a:rPr>
              <a:t>UI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3" name="Text 20"/>
          <p:cNvSpPr/>
          <p:nvPr/>
        </p:nvSpPr>
        <p:spPr>
          <a:xfrm>
            <a:off x="822960" y="5367600"/>
            <a:ext cx="6217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b923c"/>
                </a:solidFill>
                <a:latin typeface="DejaVu Sans Mono"/>
                <a:ea typeface="DejaVu Sans Mono"/>
              </a:rPr>
              <a:t>$ </a:t>
            </a:r>
            <a:r>
              <a:rPr b="0" lang="en-US" sz="1000" spc="-1" strike="noStrike">
                <a:solidFill>
                  <a:srgbClr val="dce6f2"/>
                </a:solidFill>
                <a:latin typeface="DejaVu Sans Mono"/>
                <a:ea typeface="DejaVu Sans Mono"/>
              </a:rPr>
              <a:t>download-organizer analyze --scan-root ...</a:t>
            </a:r>
            <a:r>
              <a:rPr b="0" lang="en-US" sz="1000" spc="-1" strike="noStrike">
                <a:solidFill>
                  <a:srgbClr val="5f8a6e"/>
                </a:solidFill>
                <a:latin typeface="DejaVu Sans Mono"/>
                <a:ea typeface="DejaVu Sans Mono"/>
              </a:rPr>
              <a:t>   # CLI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4" name="Shape 21"/>
          <p:cNvSpPr/>
          <p:nvPr/>
        </p:nvSpPr>
        <p:spPr>
          <a:xfrm>
            <a:off x="7543800" y="2286000"/>
            <a:ext cx="4141800" cy="1142640"/>
          </a:xfrm>
          <a:prstGeom prst="roundRect">
            <a:avLst>
              <a:gd name="adj" fmla="val 2400"/>
            </a:avLst>
          </a:prstGeom>
          <a:solidFill>
            <a:srgbClr val="0c1726"/>
          </a:solidFill>
          <a:ln w="12700">
            <a:solidFill>
              <a:srgbClr val="2a4263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5" name="Shape 22"/>
          <p:cNvSpPr/>
          <p:nvPr/>
        </p:nvSpPr>
        <p:spPr>
          <a:xfrm>
            <a:off x="7772400" y="2487240"/>
            <a:ext cx="310680" cy="310680"/>
          </a:xfrm>
          <a:prstGeom prst="ellipse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6" name="Text 23"/>
          <p:cNvSpPr/>
          <p:nvPr/>
        </p:nvSpPr>
        <p:spPr>
          <a:xfrm>
            <a:off x="7772400" y="248724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6241f"/>
                </a:solidFill>
                <a:latin typeface="Noto Sans KR"/>
                <a:ea typeface="Noto Sans KR"/>
              </a:rPr>
              <a:t>1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7" name="Text 24"/>
          <p:cNvSpPr/>
          <p:nvPr/>
        </p:nvSpPr>
        <p:spPr>
          <a:xfrm>
            <a:off x="8202240" y="2487240"/>
            <a:ext cx="21027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e6edf6"/>
                </a:solidFill>
                <a:latin typeface="Noto Sans KR"/>
                <a:ea typeface="Noto Sans KR"/>
              </a:rPr>
              <a:t>Git </a:t>
            </a:r>
            <a:r>
              <a:rPr b="1" lang="zh-CN" sz="1400" spc="-1" strike="noStrike">
                <a:solidFill>
                  <a:srgbClr val="e6edf6"/>
                </a:solidFill>
                <a:latin typeface="Noto Sans KR"/>
                <a:ea typeface="Noto Sans KR"/>
              </a:rPr>
              <a:t>다운로드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8" name="Text 25"/>
          <p:cNvSpPr/>
          <p:nvPr/>
        </p:nvSpPr>
        <p:spPr>
          <a:xfrm>
            <a:off x="8202240" y="2797920"/>
            <a:ext cx="2194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000" spc="-1" strike="noStrike">
                <a:solidFill>
                  <a:srgbClr val="93a3ba"/>
                </a:solidFill>
                <a:latin typeface="Noto Sans KR"/>
                <a:ea typeface="Noto Sans KR"/>
              </a:rPr>
              <a:t>저장소 클론 화면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99" name="Image 0" descr="/home/claude/icons/clone_slate.png"/>
          <p:cNvPicPr/>
          <p:nvPr/>
        </p:nvPicPr>
        <p:blipFill>
          <a:blip r:embed="rId1"/>
          <a:stretch/>
        </p:blipFill>
        <p:spPr>
          <a:xfrm>
            <a:off x="10607040" y="2578680"/>
            <a:ext cx="310680" cy="310680"/>
          </a:xfrm>
          <a:prstGeom prst="rect">
            <a:avLst/>
          </a:prstGeom>
          <a:ln w="0">
            <a:noFill/>
          </a:ln>
        </p:spPr>
      </p:pic>
      <p:sp>
        <p:nvSpPr>
          <p:cNvPr id="600" name="Text 26"/>
          <p:cNvSpPr/>
          <p:nvPr/>
        </p:nvSpPr>
        <p:spPr>
          <a:xfrm>
            <a:off x="10314360" y="2944440"/>
            <a:ext cx="1234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800" spc="-1" strike="noStrike">
                <a:solidFill>
                  <a:srgbClr val="566983"/>
                </a:solidFill>
                <a:latin typeface="Noto Sans KR"/>
                <a:ea typeface="Noto Sans KR"/>
              </a:rPr>
              <a:t>스크린샷 영역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1" name="Shape 27"/>
          <p:cNvSpPr/>
          <p:nvPr/>
        </p:nvSpPr>
        <p:spPr>
          <a:xfrm>
            <a:off x="7543800" y="3566160"/>
            <a:ext cx="4141800" cy="1142640"/>
          </a:xfrm>
          <a:prstGeom prst="roundRect">
            <a:avLst>
              <a:gd name="adj" fmla="val 2400"/>
            </a:avLst>
          </a:prstGeom>
          <a:solidFill>
            <a:srgbClr val="0c1726"/>
          </a:solidFill>
          <a:ln w="12700">
            <a:solidFill>
              <a:srgbClr val="2a4263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2" name="Shape 28"/>
          <p:cNvSpPr/>
          <p:nvPr/>
        </p:nvSpPr>
        <p:spPr>
          <a:xfrm>
            <a:off x="7772400" y="3767400"/>
            <a:ext cx="310680" cy="310680"/>
          </a:xfrm>
          <a:prstGeom prst="ellipse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3" name="Text 29"/>
          <p:cNvSpPr/>
          <p:nvPr/>
        </p:nvSpPr>
        <p:spPr>
          <a:xfrm>
            <a:off x="7772400" y="376740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6241f"/>
                </a:solidFill>
                <a:latin typeface="Noto Sans KR"/>
                <a:ea typeface="Noto Sans KR"/>
              </a:rPr>
              <a:t>2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4" name="Text 30"/>
          <p:cNvSpPr/>
          <p:nvPr/>
        </p:nvSpPr>
        <p:spPr>
          <a:xfrm>
            <a:off x="8202240" y="3767400"/>
            <a:ext cx="21027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400" spc="-1" strike="noStrike">
                <a:solidFill>
                  <a:srgbClr val="e6edf6"/>
                </a:solidFill>
                <a:latin typeface="Noto Sans KR"/>
                <a:ea typeface="Noto Sans KR"/>
              </a:rPr>
              <a:t>웹 </a:t>
            </a:r>
            <a:r>
              <a:rPr b="1" lang="en-US" sz="1400" spc="-1" strike="noStrike">
                <a:solidFill>
                  <a:srgbClr val="e6edf6"/>
                </a:solidFill>
                <a:latin typeface="Noto Sans KR"/>
                <a:ea typeface="Noto Sans KR"/>
              </a:rPr>
              <a:t>UI </a:t>
            </a:r>
            <a:r>
              <a:rPr b="1" lang="zh-CN" sz="1400" spc="-1" strike="noStrike">
                <a:solidFill>
                  <a:srgbClr val="e6edf6"/>
                </a:solidFill>
                <a:latin typeface="Noto Sans KR"/>
                <a:ea typeface="Noto Sans KR"/>
              </a:rPr>
              <a:t>실행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5" name="Text 31"/>
          <p:cNvSpPr/>
          <p:nvPr/>
        </p:nvSpPr>
        <p:spPr>
          <a:xfrm>
            <a:off x="8202240" y="4078080"/>
            <a:ext cx="2194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3a3ba"/>
                </a:solidFill>
                <a:latin typeface="Noto Sans KR"/>
                <a:ea typeface="Noto Sans KR"/>
              </a:rPr>
              <a:t>Streamlit </a:t>
            </a:r>
            <a:r>
              <a:rPr b="0" lang="zh-CN" sz="1000" spc="-1" strike="noStrike">
                <a:solidFill>
                  <a:srgbClr val="93a3ba"/>
                </a:solidFill>
                <a:latin typeface="Noto Sans KR"/>
                <a:ea typeface="Noto Sans KR"/>
              </a:rPr>
              <a:t>분석 화면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06" name="Image 1" descr="/home/claude/icons/window_slate.png"/>
          <p:cNvPicPr/>
          <p:nvPr/>
        </p:nvPicPr>
        <p:blipFill>
          <a:blip r:embed="rId2"/>
          <a:stretch/>
        </p:blipFill>
        <p:spPr>
          <a:xfrm>
            <a:off x="10607040" y="3858840"/>
            <a:ext cx="310680" cy="310680"/>
          </a:xfrm>
          <a:prstGeom prst="rect">
            <a:avLst/>
          </a:prstGeom>
          <a:ln w="0">
            <a:noFill/>
          </a:ln>
        </p:spPr>
      </p:pic>
      <p:sp>
        <p:nvSpPr>
          <p:cNvPr id="607" name="Text 32"/>
          <p:cNvSpPr/>
          <p:nvPr/>
        </p:nvSpPr>
        <p:spPr>
          <a:xfrm>
            <a:off x="10314360" y="4224600"/>
            <a:ext cx="1234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800" spc="-1" strike="noStrike">
                <a:solidFill>
                  <a:srgbClr val="566983"/>
                </a:solidFill>
                <a:latin typeface="Noto Sans KR"/>
                <a:ea typeface="Noto Sans KR"/>
              </a:rPr>
              <a:t>스크린샷 영역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8" name="Shape 33"/>
          <p:cNvSpPr/>
          <p:nvPr/>
        </p:nvSpPr>
        <p:spPr>
          <a:xfrm>
            <a:off x="7543800" y="4846320"/>
            <a:ext cx="4141800" cy="1142640"/>
          </a:xfrm>
          <a:prstGeom prst="roundRect">
            <a:avLst>
              <a:gd name="adj" fmla="val 2400"/>
            </a:avLst>
          </a:prstGeom>
          <a:solidFill>
            <a:srgbClr val="0c1726"/>
          </a:solidFill>
          <a:ln w="12700">
            <a:solidFill>
              <a:srgbClr val="2a4263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9" name="Shape 34"/>
          <p:cNvSpPr/>
          <p:nvPr/>
        </p:nvSpPr>
        <p:spPr>
          <a:xfrm>
            <a:off x="7772400" y="5047560"/>
            <a:ext cx="310680" cy="310680"/>
          </a:xfrm>
          <a:prstGeom prst="ellipse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0" name="Text 35"/>
          <p:cNvSpPr/>
          <p:nvPr/>
        </p:nvSpPr>
        <p:spPr>
          <a:xfrm>
            <a:off x="7772400" y="504756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6241f"/>
                </a:solidFill>
                <a:latin typeface="Noto Sans KR"/>
                <a:ea typeface="Noto Sans KR"/>
              </a:rPr>
              <a:t>3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1" name="Text 36"/>
          <p:cNvSpPr/>
          <p:nvPr/>
        </p:nvSpPr>
        <p:spPr>
          <a:xfrm>
            <a:off x="8202240" y="5047560"/>
            <a:ext cx="21027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400" spc="-1" strike="noStrike">
                <a:solidFill>
                  <a:srgbClr val="e6edf6"/>
                </a:solidFill>
                <a:latin typeface="Noto Sans KR"/>
                <a:ea typeface="Noto Sans KR"/>
              </a:rPr>
              <a:t>로컬 실행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2" name="Text 37"/>
          <p:cNvSpPr/>
          <p:nvPr/>
        </p:nvSpPr>
        <p:spPr>
          <a:xfrm>
            <a:off x="8202240" y="5358240"/>
            <a:ext cx="2194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3a3ba"/>
                </a:solidFill>
                <a:latin typeface="Noto Sans KR"/>
                <a:ea typeface="Noto Sans KR"/>
              </a:rPr>
              <a:t>CLI </a:t>
            </a:r>
            <a:r>
              <a:rPr b="0" lang="zh-CN" sz="1000" spc="-1" strike="noStrike">
                <a:solidFill>
                  <a:srgbClr val="93a3ba"/>
                </a:solidFill>
                <a:latin typeface="Noto Sans KR"/>
                <a:ea typeface="Noto Sans KR"/>
              </a:rPr>
              <a:t>실행 화면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13" name="Image 2" descr="/home/claude/icons/terminal_slate.png"/>
          <p:cNvPicPr/>
          <p:nvPr/>
        </p:nvPicPr>
        <p:blipFill>
          <a:blip r:embed="rId3"/>
          <a:stretch/>
        </p:blipFill>
        <p:spPr>
          <a:xfrm>
            <a:off x="10607040" y="5139000"/>
            <a:ext cx="310680" cy="310680"/>
          </a:xfrm>
          <a:prstGeom prst="rect">
            <a:avLst/>
          </a:prstGeom>
          <a:ln w="0">
            <a:noFill/>
          </a:ln>
        </p:spPr>
      </p:pic>
      <p:sp>
        <p:nvSpPr>
          <p:cNvPr id="614" name="Text 38"/>
          <p:cNvSpPr/>
          <p:nvPr/>
        </p:nvSpPr>
        <p:spPr>
          <a:xfrm>
            <a:off x="10314360" y="5504760"/>
            <a:ext cx="1234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800" spc="-1" strike="noStrike">
                <a:solidFill>
                  <a:srgbClr val="566983"/>
                </a:solidFill>
                <a:latin typeface="Noto Sans KR"/>
                <a:ea typeface="Noto Sans KR"/>
              </a:rPr>
              <a:t>스크린샷 영역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5" name="Text 39"/>
          <p:cNvSpPr/>
          <p:nvPr/>
        </p:nvSpPr>
        <p:spPr>
          <a:xfrm>
            <a:off x="7543800" y="6108120"/>
            <a:ext cx="4141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66983"/>
                </a:solidFill>
                <a:latin typeface="Noto Sans KR"/>
                <a:ea typeface="Noto Sans KR"/>
              </a:rPr>
              <a:t>☞ </a:t>
            </a:r>
            <a:r>
              <a:rPr b="0" lang="zh-CN" sz="950" spc="-1" strike="noStrike">
                <a:solidFill>
                  <a:srgbClr val="566983"/>
                </a:solidFill>
                <a:latin typeface="Noto Sans KR"/>
                <a:ea typeface="Noto Sans KR"/>
              </a:rPr>
              <a:t>위 영역에 </a:t>
            </a:r>
            <a:r>
              <a:rPr b="0" lang="en-US" sz="950" spc="-1" strike="noStrike">
                <a:solidFill>
                  <a:srgbClr val="566983"/>
                </a:solidFill>
                <a:latin typeface="Noto Sans KR"/>
                <a:ea typeface="Noto Sans KR"/>
              </a:rPr>
              <a:t>Git </a:t>
            </a:r>
            <a:r>
              <a:rPr b="0" lang="zh-CN" sz="950" spc="-1" strike="noStrike">
                <a:solidFill>
                  <a:srgbClr val="566983"/>
                </a:solidFill>
                <a:latin typeface="Noto Sans KR"/>
                <a:ea typeface="Noto Sans KR"/>
              </a:rPr>
              <a:t>다운로드 </a:t>
            </a:r>
            <a:r>
              <a:rPr b="0" lang="en-US" sz="950" spc="-1" strike="noStrike">
                <a:solidFill>
                  <a:srgbClr val="566983"/>
                </a:solidFill>
                <a:latin typeface="Noto Sans KR"/>
                <a:ea typeface="Noto Sans KR"/>
              </a:rPr>
              <a:t>· </a:t>
            </a:r>
            <a:r>
              <a:rPr b="0" lang="zh-CN" sz="950" spc="-1" strike="noStrike">
                <a:solidFill>
                  <a:srgbClr val="566983"/>
                </a:solidFill>
                <a:latin typeface="Noto Sans KR"/>
                <a:ea typeface="Noto Sans KR"/>
              </a:rPr>
              <a:t>웹 </a:t>
            </a:r>
            <a:r>
              <a:rPr b="0" lang="en-US" sz="950" spc="-1" strike="noStrike">
                <a:solidFill>
                  <a:srgbClr val="566983"/>
                </a:solidFill>
                <a:latin typeface="Noto Sans KR"/>
                <a:ea typeface="Noto Sans KR"/>
              </a:rPr>
              <a:t>UI </a:t>
            </a:r>
            <a:r>
              <a:rPr b="0" lang="zh-CN" sz="950" spc="-1" strike="noStrike">
                <a:solidFill>
                  <a:srgbClr val="566983"/>
                </a:solidFill>
                <a:latin typeface="Noto Sans KR"/>
                <a:ea typeface="Noto Sans KR"/>
              </a:rPr>
              <a:t>실행 </a:t>
            </a:r>
            <a:r>
              <a:rPr b="0" lang="en-US" sz="950" spc="-1" strike="noStrike">
                <a:solidFill>
                  <a:srgbClr val="566983"/>
                </a:solidFill>
                <a:latin typeface="Noto Sans KR"/>
                <a:ea typeface="Noto Sans KR"/>
              </a:rPr>
              <a:t>· </a:t>
            </a:r>
            <a:r>
              <a:rPr b="0" lang="zh-CN" sz="950" spc="-1" strike="noStrike">
                <a:solidFill>
                  <a:srgbClr val="566983"/>
                </a:solidFill>
                <a:latin typeface="Noto Sans KR"/>
                <a:ea typeface="Noto Sans KR"/>
              </a:rPr>
              <a:t>로컬 실행 캡처를 넣어 시연 흐름을 보여줄 수 있습니다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Shape 0"/>
          <p:cNvSpPr/>
          <p:nvPr/>
        </p:nvSpPr>
        <p:spPr>
          <a:xfrm>
            <a:off x="502920" y="475560"/>
            <a:ext cx="63720" cy="237240"/>
          </a:xfrm>
          <a:prstGeom prst="rect">
            <a:avLst/>
          </a:prstGeom>
          <a:solidFill>
            <a:srgbClr val="f488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7" name="Text 1"/>
          <p:cNvSpPr/>
          <p:nvPr/>
        </p:nvSpPr>
        <p:spPr>
          <a:xfrm>
            <a:off x="685800" y="4572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99" strike="noStrike">
                <a:solidFill>
                  <a:srgbClr val="f4883c"/>
                </a:solidFill>
                <a:latin typeface="Noto Sans KR"/>
                <a:ea typeface="Noto Sans KR"/>
              </a:rPr>
              <a:t>12  ·  IMPACT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8" name="Text 2"/>
          <p:cNvSpPr/>
          <p:nvPr/>
        </p:nvSpPr>
        <p:spPr>
          <a:xfrm>
            <a:off x="475560" y="786240"/>
            <a:ext cx="109724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4000" spc="-1" strike="noStrike">
                <a:solidFill>
                  <a:srgbClr val="e6edf6"/>
                </a:solidFill>
                <a:latin typeface="Noto Sans KR"/>
                <a:ea typeface="Noto Sans KR"/>
              </a:rPr>
              <a:t>기대효과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9" name="Text 3"/>
          <p:cNvSpPr/>
          <p:nvPr/>
        </p:nvSpPr>
        <p:spPr>
          <a:xfrm>
            <a:off x="502920" y="1664280"/>
            <a:ext cx="11155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450" spc="-1" strike="noStrike">
                <a:solidFill>
                  <a:srgbClr val="93a3ba"/>
                </a:solidFill>
                <a:latin typeface="Noto Sans KR"/>
                <a:ea typeface="Noto Sans KR"/>
              </a:rPr>
              <a:t>안전성 </a:t>
            </a:r>
            <a:r>
              <a:rPr b="0" lang="en-US" sz="1450" spc="-1" strike="noStrike">
                <a:solidFill>
                  <a:srgbClr val="93a3ba"/>
                </a:solidFill>
                <a:latin typeface="Noto Sans KR"/>
                <a:ea typeface="Noto Sans KR"/>
              </a:rPr>
              <a:t>· </a:t>
            </a:r>
            <a:r>
              <a:rPr b="0" lang="zh-CN" sz="1450" spc="-1" strike="noStrike">
                <a:solidFill>
                  <a:srgbClr val="93a3ba"/>
                </a:solidFill>
                <a:latin typeface="Noto Sans KR"/>
                <a:ea typeface="Noto Sans KR"/>
              </a:rPr>
              <a:t>효율성 </a:t>
            </a:r>
            <a:r>
              <a:rPr b="0" lang="en-US" sz="1450" spc="-1" strike="noStrike">
                <a:solidFill>
                  <a:srgbClr val="93a3ba"/>
                </a:solidFill>
                <a:latin typeface="Noto Sans KR"/>
                <a:ea typeface="Noto Sans KR"/>
              </a:rPr>
              <a:t>· </a:t>
            </a:r>
            <a:r>
              <a:rPr b="0" lang="zh-CN" sz="1450" spc="-1" strike="noStrike">
                <a:solidFill>
                  <a:srgbClr val="93a3ba"/>
                </a:solidFill>
                <a:latin typeface="Noto Sans KR"/>
                <a:ea typeface="Noto Sans KR"/>
              </a:rPr>
              <a:t>투명성 — 세 갈래로 파일 관리를 자동화합니다</a:t>
            </a: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0" name="Text 4"/>
          <p:cNvSpPr/>
          <p:nvPr/>
        </p:nvSpPr>
        <p:spPr>
          <a:xfrm>
            <a:off x="10881360" y="384120"/>
            <a:ext cx="1005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7" strike="noStrike">
                <a:solidFill>
                  <a:srgbClr val="93a3ba"/>
                </a:solidFill>
                <a:latin typeface="Noto Sans KR"/>
                <a:ea typeface="Noto Sans KR"/>
              </a:rPr>
              <a:t>13</a:t>
            </a:r>
            <a:r>
              <a:rPr b="0" lang="en-US" sz="1100" spc="97" strike="noStrike">
                <a:solidFill>
                  <a:srgbClr val="566983"/>
                </a:solidFill>
                <a:latin typeface="Noto Sans KR"/>
                <a:ea typeface="Noto Sans KR"/>
              </a:rPr>
              <a:t>  / 13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1" name="Text 5"/>
          <p:cNvSpPr/>
          <p:nvPr/>
        </p:nvSpPr>
        <p:spPr>
          <a:xfrm>
            <a:off x="502920" y="641916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248" strike="noStrike">
                <a:solidFill>
                  <a:srgbClr val="33455e"/>
                </a:solidFill>
                <a:latin typeface="Noto Sans KR"/>
                <a:ea typeface="Noto Sans KR"/>
              </a:rPr>
              <a:t>DOWNLOADORGANIZER  ·  SAFE-BY-DESIGN FILE AUTOMATION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2" name="Shape 6"/>
          <p:cNvSpPr/>
          <p:nvPr/>
        </p:nvSpPr>
        <p:spPr>
          <a:xfrm>
            <a:off x="502920" y="2286000"/>
            <a:ext cx="3702960" cy="3520080"/>
          </a:xfrm>
          <a:prstGeom prst="rect">
            <a:avLst/>
          </a:prstGeom>
          <a:solidFill>
            <a:srgbClr val="111f33"/>
          </a:solidFill>
          <a:ln w="12700">
            <a:solidFill>
              <a:srgbClr val="1f34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23" name="Image 0" descr="/home/claude/icons/shield_teal.png"/>
          <p:cNvPicPr/>
          <p:nvPr/>
        </p:nvPicPr>
        <p:blipFill>
          <a:blip r:embed="rId1"/>
          <a:stretch/>
        </p:blipFill>
        <p:spPr>
          <a:xfrm>
            <a:off x="822960" y="2560320"/>
            <a:ext cx="310680" cy="310680"/>
          </a:xfrm>
          <a:prstGeom prst="rect">
            <a:avLst/>
          </a:prstGeom>
          <a:ln w="0">
            <a:noFill/>
          </a:ln>
        </p:spPr>
      </p:pic>
      <p:sp>
        <p:nvSpPr>
          <p:cNvPr id="624" name="Text 7"/>
          <p:cNvSpPr/>
          <p:nvPr/>
        </p:nvSpPr>
        <p:spPr>
          <a:xfrm>
            <a:off x="1252800" y="259704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299" strike="noStrike">
                <a:solidFill>
                  <a:srgbClr val="5eead4"/>
                </a:solidFill>
                <a:latin typeface="Noto Sans KR"/>
                <a:ea typeface="Noto Sans KR"/>
              </a:rPr>
              <a:t>PILLAR 01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5" name="Text 8"/>
          <p:cNvSpPr/>
          <p:nvPr/>
        </p:nvSpPr>
        <p:spPr>
          <a:xfrm>
            <a:off x="822960" y="2962800"/>
            <a:ext cx="3154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2100" spc="-1" strike="noStrike">
                <a:solidFill>
                  <a:srgbClr val="e6edf6"/>
                </a:solidFill>
                <a:latin typeface="Noto Sans KR"/>
                <a:ea typeface="Noto Sans KR"/>
              </a:rPr>
              <a:t>안전성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6" name="Shape 9"/>
          <p:cNvSpPr/>
          <p:nvPr/>
        </p:nvSpPr>
        <p:spPr>
          <a:xfrm>
            <a:off x="850320" y="3474720"/>
            <a:ext cx="457200" cy="360"/>
          </a:xfrm>
          <a:prstGeom prst="line">
            <a:avLst/>
          </a:prstGeom>
          <a:ln w="3175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7" name="Text 10"/>
          <p:cNvSpPr/>
          <p:nvPr/>
        </p:nvSpPr>
        <p:spPr>
          <a:xfrm>
            <a:off x="822960" y="3730680"/>
            <a:ext cx="273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2dd4bf"/>
                </a:solidFill>
                <a:latin typeface="Noto Sans KR"/>
                <a:ea typeface="Noto Sans KR"/>
              </a:rPr>
              <a:t>▶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8" name="Text 11"/>
          <p:cNvSpPr/>
          <p:nvPr/>
        </p:nvSpPr>
        <p:spPr>
          <a:xfrm>
            <a:off x="822960" y="3931920"/>
            <a:ext cx="3154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400" spc="-1" strike="noStrike">
                <a:solidFill>
                  <a:srgbClr val="e6edf6"/>
                </a:solidFill>
                <a:latin typeface="Noto Sans KR"/>
                <a:ea typeface="Noto Sans KR"/>
              </a:rPr>
              <a:t>데이터 손실 위험 제거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9" name="Text 12"/>
          <p:cNvSpPr/>
          <p:nvPr/>
        </p:nvSpPr>
        <p:spPr>
          <a:xfrm>
            <a:off x="822960" y="4169520"/>
            <a:ext cx="3154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050" spc="-1" strike="noStrike">
                <a:solidFill>
                  <a:srgbClr val="93a3ba"/>
                </a:solidFill>
                <a:latin typeface="Noto Sans KR"/>
                <a:ea typeface="Noto Sans KR"/>
              </a:rPr>
              <a:t>삭제 없는 이동 </a:t>
            </a:r>
            <a:r>
              <a:rPr b="0" lang="en-US" sz="1050" spc="-1" strike="noStrike">
                <a:solidFill>
                  <a:srgbClr val="93a3ba"/>
                </a:solidFill>
                <a:latin typeface="Noto Sans KR"/>
                <a:ea typeface="Noto Sans KR"/>
              </a:rPr>
              <a:t>+ </a:t>
            </a:r>
            <a:r>
              <a:rPr b="0" lang="zh-CN" sz="1050" spc="-1" strike="noStrike">
                <a:solidFill>
                  <a:srgbClr val="93a3ba"/>
                </a:solidFill>
                <a:latin typeface="Noto Sans KR"/>
                <a:ea typeface="Noto Sans KR"/>
              </a:rPr>
              <a:t>이력 기반 복원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0" name="Text 13"/>
          <p:cNvSpPr/>
          <p:nvPr/>
        </p:nvSpPr>
        <p:spPr>
          <a:xfrm>
            <a:off x="822960" y="4389120"/>
            <a:ext cx="273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2dd4bf"/>
                </a:solidFill>
                <a:latin typeface="Noto Sans KR"/>
                <a:ea typeface="Noto Sans KR"/>
              </a:rPr>
              <a:t>▶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1" name="Text 14"/>
          <p:cNvSpPr/>
          <p:nvPr/>
        </p:nvSpPr>
        <p:spPr>
          <a:xfrm>
            <a:off x="822960" y="4590360"/>
            <a:ext cx="3154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400" spc="-1" strike="noStrike">
                <a:solidFill>
                  <a:srgbClr val="e6edf6"/>
                </a:solidFill>
                <a:latin typeface="Noto Sans KR"/>
                <a:ea typeface="Noto Sans KR"/>
              </a:rPr>
              <a:t>이중 확인 게이트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2" name="Text 15"/>
          <p:cNvSpPr/>
          <p:nvPr/>
        </p:nvSpPr>
        <p:spPr>
          <a:xfrm>
            <a:off x="822960" y="4827960"/>
            <a:ext cx="3154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050" spc="-1" strike="noStrike">
                <a:solidFill>
                  <a:srgbClr val="93a3ba"/>
                </a:solidFill>
                <a:latin typeface="Noto Sans KR"/>
                <a:ea typeface="Noto Sans KR"/>
              </a:rPr>
              <a:t>토큰으로 의도한 작업만 실행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3" name="Shape 16"/>
          <p:cNvSpPr/>
          <p:nvPr/>
        </p:nvSpPr>
        <p:spPr>
          <a:xfrm>
            <a:off x="4224600" y="2286000"/>
            <a:ext cx="3702960" cy="3520080"/>
          </a:xfrm>
          <a:prstGeom prst="rect">
            <a:avLst/>
          </a:prstGeom>
          <a:solidFill>
            <a:srgbClr val="111f33"/>
          </a:solidFill>
          <a:ln w="12700">
            <a:solidFill>
              <a:srgbClr val="1f34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34" name="Image 1" descr="/home/claude/icons/bolt_orange.png"/>
          <p:cNvPicPr/>
          <p:nvPr/>
        </p:nvPicPr>
        <p:blipFill>
          <a:blip r:embed="rId2"/>
          <a:stretch/>
        </p:blipFill>
        <p:spPr>
          <a:xfrm>
            <a:off x="4544640" y="2560320"/>
            <a:ext cx="310680" cy="310680"/>
          </a:xfrm>
          <a:prstGeom prst="rect">
            <a:avLst/>
          </a:prstGeom>
          <a:ln w="0">
            <a:noFill/>
          </a:ln>
        </p:spPr>
      </p:pic>
      <p:sp>
        <p:nvSpPr>
          <p:cNvPr id="635" name="Text 17"/>
          <p:cNvSpPr/>
          <p:nvPr/>
        </p:nvSpPr>
        <p:spPr>
          <a:xfrm>
            <a:off x="4974480" y="259704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299" strike="noStrike">
                <a:solidFill>
                  <a:srgbClr val="fb923c"/>
                </a:solidFill>
                <a:latin typeface="Noto Sans KR"/>
                <a:ea typeface="Noto Sans KR"/>
              </a:rPr>
              <a:t>PILLAR 02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6" name="Text 18"/>
          <p:cNvSpPr/>
          <p:nvPr/>
        </p:nvSpPr>
        <p:spPr>
          <a:xfrm>
            <a:off x="4544640" y="2962800"/>
            <a:ext cx="3154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2100" spc="-1" strike="noStrike">
                <a:solidFill>
                  <a:srgbClr val="e6edf6"/>
                </a:solidFill>
                <a:latin typeface="Noto Sans KR"/>
                <a:ea typeface="Noto Sans KR"/>
              </a:rPr>
              <a:t>효율성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7" name="Shape 19"/>
          <p:cNvSpPr/>
          <p:nvPr/>
        </p:nvSpPr>
        <p:spPr>
          <a:xfrm>
            <a:off x="4572000" y="3474720"/>
            <a:ext cx="457200" cy="360"/>
          </a:xfrm>
          <a:prstGeom prst="line">
            <a:avLst/>
          </a:prstGeom>
          <a:ln w="31750">
            <a:solidFill>
              <a:srgbClr val="f488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8" name="Text 20"/>
          <p:cNvSpPr/>
          <p:nvPr/>
        </p:nvSpPr>
        <p:spPr>
          <a:xfrm>
            <a:off x="4544640" y="3730680"/>
            <a:ext cx="273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4883c"/>
                </a:solidFill>
                <a:latin typeface="Noto Sans KR"/>
                <a:ea typeface="Noto Sans KR"/>
              </a:rPr>
              <a:t>▶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9" name="Text 21"/>
          <p:cNvSpPr/>
          <p:nvPr/>
        </p:nvSpPr>
        <p:spPr>
          <a:xfrm>
            <a:off x="4544640" y="3931920"/>
            <a:ext cx="3154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400" spc="-1" strike="noStrike">
                <a:solidFill>
                  <a:srgbClr val="e6edf6"/>
                </a:solidFill>
                <a:latin typeface="Noto Sans KR"/>
                <a:ea typeface="Noto Sans KR"/>
              </a:rPr>
              <a:t>수작업 정리 시간 단축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0" name="Text 22"/>
          <p:cNvSpPr/>
          <p:nvPr/>
        </p:nvSpPr>
        <p:spPr>
          <a:xfrm>
            <a:off x="4544640" y="4169520"/>
            <a:ext cx="3154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050" spc="-1" strike="noStrike">
                <a:solidFill>
                  <a:srgbClr val="93a3ba"/>
                </a:solidFill>
                <a:latin typeface="Noto Sans KR"/>
                <a:ea typeface="Noto Sans KR"/>
              </a:rPr>
              <a:t>유형</a:t>
            </a:r>
            <a:r>
              <a:rPr b="0" lang="en-US" sz="1050" spc="-1" strike="noStrike">
                <a:solidFill>
                  <a:srgbClr val="93a3ba"/>
                </a:solidFill>
                <a:latin typeface="Noto Sans KR"/>
                <a:ea typeface="Noto Sans KR"/>
              </a:rPr>
              <a:t>·</a:t>
            </a:r>
            <a:r>
              <a:rPr b="0" lang="zh-CN" sz="1050" spc="-1" strike="noStrike">
                <a:solidFill>
                  <a:srgbClr val="93a3ba"/>
                </a:solidFill>
                <a:latin typeface="Noto Sans KR"/>
                <a:ea typeface="Noto Sans KR"/>
              </a:rPr>
              <a:t>날짜별 자동 분류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1" name="Text 23"/>
          <p:cNvSpPr/>
          <p:nvPr/>
        </p:nvSpPr>
        <p:spPr>
          <a:xfrm>
            <a:off x="4544640" y="4389120"/>
            <a:ext cx="273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4883c"/>
                </a:solidFill>
                <a:latin typeface="Noto Sans KR"/>
                <a:ea typeface="Noto Sans KR"/>
              </a:rPr>
              <a:t>▶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2" name="Text 24"/>
          <p:cNvSpPr/>
          <p:nvPr/>
        </p:nvSpPr>
        <p:spPr>
          <a:xfrm>
            <a:off x="4544640" y="4590360"/>
            <a:ext cx="3154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400" spc="-1" strike="noStrike">
                <a:solidFill>
                  <a:srgbClr val="e6edf6"/>
                </a:solidFill>
                <a:latin typeface="Noto Sans KR"/>
                <a:ea typeface="Noto Sans KR"/>
              </a:rPr>
              <a:t>중복</a:t>
            </a:r>
            <a:r>
              <a:rPr b="1" lang="en-US" sz="1400" spc="-1" strike="noStrike">
                <a:solidFill>
                  <a:srgbClr val="e6edf6"/>
                </a:solidFill>
                <a:latin typeface="Noto Sans KR"/>
                <a:ea typeface="Noto Sans KR"/>
              </a:rPr>
              <a:t>·</a:t>
            </a:r>
            <a:r>
              <a:rPr b="1" lang="zh-CN" sz="1400" spc="-1" strike="noStrike">
                <a:solidFill>
                  <a:srgbClr val="e6edf6"/>
                </a:solidFill>
                <a:latin typeface="Noto Sans KR"/>
                <a:ea typeface="Noto Sans KR"/>
              </a:rPr>
              <a:t>오래된 파일 정리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3" name="Text 25"/>
          <p:cNvSpPr/>
          <p:nvPr/>
        </p:nvSpPr>
        <p:spPr>
          <a:xfrm>
            <a:off x="4544640" y="4827960"/>
            <a:ext cx="3154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050" spc="-1" strike="noStrike">
                <a:solidFill>
                  <a:srgbClr val="93a3ba"/>
                </a:solidFill>
                <a:latin typeface="Noto Sans KR"/>
                <a:ea typeface="Noto Sans KR"/>
              </a:rPr>
              <a:t>용량 회수 후보를 즉시 식별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4" name="Shape 26"/>
          <p:cNvSpPr/>
          <p:nvPr/>
        </p:nvSpPr>
        <p:spPr>
          <a:xfrm>
            <a:off x="7946280" y="2286000"/>
            <a:ext cx="3702960" cy="3520080"/>
          </a:xfrm>
          <a:prstGeom prst="rect">
            <a:avLst/>
          </a:prstGeom>
          <a:solidFill>
            <a:srgbClr val="111f33"/>
          </a:solidFill>
          <a:ln w="12700">
            <a:solidFill>
              <a:srgbClr val="1f34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45" name="Image 2" descr="/home/claude/icons/eye_purple.png"/>
          <p:cNvPicPr/>
          <p:nvPr/>
        </p:nvPicPr>
        <p:blipFill>
          <a:blip r:embed="rId3"/>
          <a:stretch/>
        </p:blipFill>
        <p:spPr>
          <a:xfrm>
            <a:off x="8266320" y="2560320"/>
            <a:ext cx="310680" cy="310680"/>
          </a:xfrm>
          <a:prstGeom prst="rect">
            <a:avLst/>
          </a:prstGeom>
          <a:ln w="0">
            <a:noFill/>
          </a:ln>
        </p:spPr>
      </p:pic>
      <p:sp>
        <p:nvSpPr>
          <p:cNvPr id="646" name="Text 27"/>
          <p:cNvSpPr/>
          <p:nvPr/>
        </p:nvSpPr>
        <p:spPr>
          <a:xfrm>
            <a:off x="8695800" y="259704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299" strike="noStrike">
                <a:solidFill>
                  <a:srgbClr val="bca4fb"/>
                </a:solidFill>
                <a:latin typeface="Noto Sans KR"/>
                <a:ea typeface="Noto Sans KR"/>
              </a:rPr>
              <a:t>PILLAR 03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7" name="Text 28"/>
          <p:cNvSpPr/>
          <p:nvPr/>
        </p:nvSpPr>
        <p:spPr>
          <a:xfrm>
            <a:off x="8266320" y="2962800"/>
            <a:ext cx="3154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2100" spc="-1" strike="noStrike">
                <a:solidFill>
                  <a:srgbClr val="e6edf6"/>
                </a:solidFill>
                <a:latin typeface="Noto Sans KR"/>
                <a:ea typeface="Noto Sans KR"/>
              </a:rPr>
              <a:t>투명성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8" name="Shape 29"/>
          <p:cNvSpPr/>
          <p:nvPr/>
        </p:nvSpPr>
        <p:spPr>
          <a:xfrm>
            <a:off x="8293320" y="3474720"/>
            <a:ext cx="457200" cy="360"/>
          </a:xfrm>
          <a:prstGeom prst="line">
            <a:avLst/>
          </a:prstGeom>
          <a:ln w="31750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9" name="Text 30"/>
          <p:cNvSpPr/>
          <p:nvPr/>
        </p:nvSpPr>
        <p:spPr>
          <a:xfrm>
            <a:off x="8266320" y="3730680"/>
            <a:ext cx="273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a78bfa"/>
                </a:solidFill>
                <a:latin typeface="Noto Sans KR"/>
                <a:ea typeface="Noto Sans KR"/>
              </a:rPr>
              <a:t>▶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0" name="Text 31"/>
          <p:cNvSpPr/>
          <p:nvPr/>
        </p:nvSpPr>
        <p:spPr>
          <a:xfrm>
            <a:off x="8266320" y="3931920"/>
            <a:ext cx="3154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400" spc="-1" strike="noStrike">
                <a:solidFill>
                  <a:srgbClr val="e6edf6"/>
                </a:solidFill>
                <a:latin typeface="Noto Sans KR"/>
                <a:ea typeface="Noto Sans KR"/>
              </a:rPr>
              <a:t>근거가 남는 정리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1" name="Text 32"/>
          <p:cNvSpPr/>
          <p:nvPr/>
        </p:nvSpPr>
        <p:spPr>
          <a:xfrm>
            <a:off x="8266320" y="4169520"/>
            <a:ext cx="3154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050" spc="-1" strike="noStrike">
                <a:solidFill>
                  <a:srgbClr val="93a3ba"/>
                </a:solidFill>
                <a:latin typeface="Noto Sans KR"/>
                <a:ea typeface="Noto Sans KR"/>
              </a:rPr>
              <a:t>보고서</a:t>
            </a:r>
            <a:r>
              <a:rPr b="0" lang="en-US" sz="1050" spc="-1" strike="noStrike">
                <a:solidFill>
                  <a:srgbClr val="93a3ba"/>
                </a:solidFill>
                <a:latin typeface="Noto Sans KR"/>
                <a:ea typeface="Noto Sans KR"/>
              </a:rPr>
              <a:t>·</a:t>
            </a:r>
            <a:r>
              <a:rPr b="0" lang="zh-CN" sz="1050" spc="-1" strike="noStrike">
                <a:solidFill>
                  <a:srgbClr val="93a3ba"/>
                </a:solidFill>
                <a:latin typeface="Noto Sans KR"/>
                <a:ea typeface="Noto Sans KR"/>
              </a:rPr>
              <a:t>로그</a:t>
            </a:r>
            <a:r>
              <a:rPr b="0" lang="en-US" sz="1050" spc="-1" strike="noStrike">
                <a:solidFill>
                  <a:srgbClr val="93a3ba"/>
                </a:solidFill>
                <a:latin typeface="Noto Sans KR"/>
                <a:ea typeface="Noto Sans KR"/>
              </a:rPr>
              <a:t>·</a:t>
            </a:r>
            <a:r>
              <a:rPr b="0" lang="zh-CN" sz="1050" spc="-1" strike="noStrike">
                <a:solidFill>
                  <a:srgbClr val="93a3ba"/>
                </a:solidFill>
                <a:latin typeface="Noto Sans KR"/>
                <a:ea typeface="Noto Sans KR"/>
              </a:rPr>
              <a:t>이력으로 추적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2" name="Text 33"/>
          <p:cNvSpPr/>
          <p:nvPr/>
        </p:nvSpPr>
        <p:spPr>
          <a:xfrm>
            <a:off x="8266320" y="4389120"/>
            <a:ext cx="273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a78bfa"/>
                </a:solidFill>
                <a:latin typeface="Noto Sans KR"/>
                <a:ea typeface="Noto Sans KR"/>
              </a:rPr>
              <a:t>▶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3" name="Text 34"/>
          <p:cNvSpPr/>
          <p:nvPr/>
        </p:nvSpPr>
        <p:spPr>
          <a:xfrm>
            <a:off x="8266320" y="4590360"/>
            <a:ext cx="3154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400" spc="-1" strike="noStrike">
                <a:solidFill>
                  <a:srgbClr val="e6edf6"/>
                </a:solidFill>
                <a:latin typeface="Noto Sans KR"/>
                <a:ea typeface="Noto Sans KR"/>
              </a:rPr>
              <a:t>개인정보 보호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4" name="Text 35"/>
          <p:cNvSpPr/>
          <p:nvPr/>
        </p:nvSpPr>
        <p:spPr>
          <a:xfrm>
            <a:off x="8266320" y="4827960"/>
            <a:ext cx="3154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050" spc="-1" strike="noStrike">
                <a:solidFill>
                  <a:srgbClr val="93a3ba"/>
                </a:solidFill>
                <a:latin typeface="Noto Sans KR"/>
                <a:ea typeface="Noto Sans KR"/>
              </a:rPr>
              <a:t>북마크 마스킹</a:t>
            </a:r>
            <a:r>
              <a:rPr b="0" lang="en-US" sz="1050" spc="-1" strike="noStrike">
                <a:solidFill>
                  <a:srgbClr val="93a3ba"/>
                </a:solidFill>
                <a:latin typeface="Noto Sans KR"/>
                <a:ea typeface="Noto Sans KR"/>
              </a:rPr>
              <a:t>·</a:t>
            </a:r>
            <a:r>
              <a:rPr b="0" lang="zh-CN" sz="1050" spc="-1" strike="noStrike">
                <a:solidFill>
                  <a:srgbClr val="93a3ba"/>
                </a:solidFill>
                <a:latin typeface="Noto Sans KR"/>
                <a:ea typeface="Noto Sans KR"/>
              </a:rPr>
              <a:t>제외 옵션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5" name="Text 36"/>
          <p:cNvSpPr/>
          <p:nvPr/>
        </p:nvSpPr>
        <p:spPr>
          <a:xfrm>
            <a:off x="8266320" y="5047560"/>
            <a:ext cx="273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a78bfa"/>
                </a:solidFill>
                <a:latin typeface="Noto Sans KR"/>
                <a:ea typeface="Noto Sans KR"/>
              </a:rPr>
              <a:t>▶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6" name="Text 37"/>
          <p:cNvSpPr/>
          <p:nvPr/>
        </p:nvSpPr>
        <p:spPr>
          <a:xfrm>
            <a:off x="8266320" y="5248800"/>
            <a:ext cx="3154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400" spc="-1" strike="noStrike">
                <a:solidFill>
                  <a:srgbClr val="e6edf6"/>
                </a:solidFill>
                <a:latin typeface="Noto Sans KR"/>
                <a:ea typeface="Noto Sans KR"/>
              </a:rPr>
              <a:t>재현 가능한 운영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7" name="Text 38"/>
          <p:cNvSpPr/>
          <p:nvPr/>
        </p:nvSpPr>
        <p:spPr>
          <a:xfrm>
            <a:off x="8266320" y="5486400"/>
            <a:ext cx="3154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93a3ba"/>
                </a:solidFill>
                <a:latin typeface="Noto Sans KR"/>
                <a:ea typeface="Noto Sans KR"/>
              </a:rPr>
              <a:t>config.json</a:t>
            </a:r>
            <a:r>
              <a:rPr b="0" lang="zh-CN" sz="1050" spc="-1" strike="noStrike">
                <a:solidFill>
                  <a:srgbClr val="93a3ba"/>
                </a:solidFill>
                <a:latin typeface="Noto Sans KR"/>
                <a:ea typeface="Noto Sans KR"/>
              </a:rPr>
              <a:t>으로 규칙 고정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8" name="Shape 39"/>
          <p:cNvSpPr/>
          <p:nvPr/>
        </p:nvSpPr>
        <p:spPr>
          <a:xfrm>
            <a:off x="502920" y="5989320"/>
            <a:ext cx="11155680" cy="360"/>
          </a:xfrm>
          <a:prstGeom prst="line">
            <a:avLst/>
          </a:prstGeom>
          <a:ln w="12700">
            <a:solidFill>
              <a:srgbClr val="1f34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9" name="Text 40"/>
          <p:cNvSpPr/>
          <p:nvPr/>
        </p:nvSpPr>
        <p:spPr>
          <a:xfrm>
            <a:off x="502920" y="6053400"/>
            <a:ext cx="111553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5eead4"/>
                </a:solidFill>
                <a:latin typeface="Noto Sans KR"/>
                <a:ea typeface="Noto Sans KR"/>
              </a:rPr>
              <a:t>DownloadOrganizer</a:t>
            </a:r>
            <a:r>
              <a:rPr b="0" lang="zh-CN" sz="1500" spc="-1" strike="noStrike">
                <a:solidFill>
                  <a:srgbClr val="e6edf6"/>
                </a:solidFill>
                <a:latin typeface="Noto Sans KR"/>
                <a:ea typeface="Noto Sans KR"/>
              </a:rPr>
              <a:t>는 단순한 정리 도구가 아니라</a:t>
            </a:r>
            <a:r>
              <a:rPr b="0" lang="en-US" sz="1500" spc="-1" strike="noStrike">
                <a:solidFill>
                  <a:srgbClr val="e6edf6"/>
                </a:solidFill>
                <a:latin typeface="Noto Sans KR"/>
                <a:ea typeface="Noto Sans KR"/>
              </a:rPr>
              <a:t>, </a:t>
            </a:r>
            <a:r>
              <a:rPr b="1" lang="zh-CN" sz="1500" spc="-1" strike="noStrike">
                <a:solidFill>
                  <a:srgbClr val="fb923c"/>
                </a:solidFill>
                <a:latin typeface="Noto Sans KR"/>
                <a:ea typeface="Noto Sans KR"/>
              </a:rPr>
              <a:t>안전을 기본값으로 설계한 파일 자동화 시스템</a:t>
            </a:r>
            <a:r>
              <a:rPr b="0" lang="zh-CN" sz="1500" spc="-1" strike="noStrike">
                <a:solidFill>
                  <a:srgbClr val="e6edf6"/>
                </a:solidFill>
                <a:latin typeface="Noto Sans KR"/>
                <a:ea typeface="Noto Sans KR"/>
              </a:rPr>
              <a:t>입니다</a:t>
            </a:r>
            <a:r>
              <a:rPr b="0" lang="en-US" sz="1500" spc="-1" strike="noStrike">
                <a:solidFill>
                  <a:srgbClr val="e6edf6"/>
                </a:solidFill>
                <a:latin typeface="Noto Sans KR"/>
                <a:ea typeface="Noto Sans KR"/>
              </a:rPr>
              <a:t>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2026-06-11T05:41:57Z</dcterms:created>
  <dc:creator>DownloadOrganizer</dc:creator>
  <dc:description/>
  <dc:language>en-US</dc:language>
  <cp:lastModifiedBy>DownloadOrganizer</cp:lastModifiedBy>
  <dcterms:modified xsi:type="dcterms:W3CDTF">2026-06-11T05:41:57Z</dcterms:modified>
  <cp:revision>1</cp:revision>
  <dc:subject>PptxGenJS Presentation</dc:subject>
  <dc:title>DownloadOrganizer — 다운로드 폴더 정리 자동화 시스템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13</vt:r8>
  </property>
  <property fmtid="{D5CDD505-2E9C-101B-9397-08002B2CF9AE}" pid="3" name="PresentationFormat">
    <vt:lpwstr>On-screen Show (16:9)</vt:lpwstr>
  </property>
  <property fmtid="{D5CDD505-2E9C-101B-9397-08002B2CF9AE}" pid="4" name="Slides">
    <vt:r8>13</vt:r8>
  </property>
</Properties>
</file>